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3FDAA-70DA-1AB3-C9FE-117DD0A7B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D1E38-EF9B-979E-3BC1-3B4BDBC2A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77590-5A90-35E7-1BA1-2C8193A6B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4949D-D728-7040-838F-3E8262401E13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736A2-BEC4-72A7-6EA4-796AB653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0A20B-5990-7697-CA64-F757BB73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277-68CA-AC41-8AE0-E68E7D573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36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20539-A7D5-FC07-00BD-907B1321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2C043-8A9C-5E14-5701-CBE4AFB5D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4F05D-08F9-9ACB-052E-AEAFDF9EE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4949D-D728-7040-838F-3E8262401E13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A157C-ED92-207F-FBE7-180793164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6A17A-A34F-C75B-A2AB-0C04A0FA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277-68CA-AC41-8AE0-E68E7D573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7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948BC-D8C6-378A-A884-9D9F097B8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684B3-B21F-576B-DF48-CDD4726A6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2AE31-9025-18C9-45DE-65D32D58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4949D-D728-7040-838F-3E8262401E13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40DB0-2C3B-EB66-8C4E-EC59611BD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283DB-3BF7-12DE-D664-7B5FCC00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277-68CA-AC41-8AE0-E68E7D573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09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24B35-B993-EB7D-EF21-B280584A4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27D43-847A-7937-4BC6-C3A98E7B4D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BB465-32EF-9E61-C745-15E8BDB33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2B7D8-530F-C123-8944-44563D8FF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4949D-D728-7040-838F-3E8262401E13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EDB23-C7CA-FF94-53EF-4F641D22B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C0E9C-863D-0F43-F8FE-BA98DE8E0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277-68CA-AC41-8AE0-E68E7D573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F5B8F-3404-6F6C-9252-C86287192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44790-6099-B412-EEF6-6BBBA6D4B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868FA-A809-C696-A2DF-0A862675C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96A7B0-CF85-4FB2-8D37-651827E3B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5114D2-C955-5764-2642-04A29CBCA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94B65-ABB2-E2FA-DF8C-A284E39DF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4949D-D728-7040-838F-3E8262401E13}" type="datetimeFigureOut">
              <a:rPr lang="en-US" smtClean="0"/>
              <a:t>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896FAD-AD22-FF4E-151A-CC6AE5DD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5E3287-25A5-3BA9-03FB-933C7F44B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277-68CA-AC41-8AE0-E68E7D573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6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50C1-CD66-E1A2-EADA-3053C9CCF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A47225-5737-C45A-10D8-0E012207B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4949D-D728-7040-838F-3E8262401E13}" type="datetimeFigureOut">
              <a:rPr lang="en-US" smtClean="0"/>
              <a:t>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63CEB-E7D3-2D34-0293-492ECD34B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A33423-78E5-FED5-1B36-BBB20A9EC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277-68CA-AC41-8AE0-E68E7D573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1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305CCE-8044-A55C-B16C-DC20A0D44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4949D-D728-7040-838F-3E8262401E13}" type="datetimeFigureOut">
              <a:rPr lang="en-US" smtClean="0"/>
              <a:t>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64468-F6AC-4539-E519-48771C4B0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FFB97-01E9-BB17-36B5-767013F6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277-68CA-AC41-8AE0-E68E7D573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24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5539-8FA6-4626-BDB7-F38C5789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78E1F-8918-2082-B988-5C53D0B2B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9A3B35-935A-2F39-486D-76F825ECC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902A4-3612-6E24-A6C4-4D80F94F1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4949D-D728-7040-838F-3E8262401E13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14CC9-52C6-DCC4-F815-4FC14B152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425FE-9F55-435A-6161-275E12F78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277-68CA-AC41-8AE0-E68E7D573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28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A9C1-F70B-ECBC-0D3E-2655609E4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BDD17B-BEF6-F54B-5127-B8DDEA98D7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FA03F-CAD6-8279-F7F7-8C5908623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DE178-C7C8-6A74-27C6-D274B5293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4949D-D728-7040-838F-3E8262401E13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5BDD4-9511-1E99-266F-F8AD7565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FA5C1-20D5-B0A6-B140-7607EB9C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277-68CA-AC41-8AE0-E68E7D573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37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5C7F9-F910-79DD-0146-07A9B1D4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F189E-9406-8470-CC0E-EBA5D55F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EEF4C-FCF3-4C92-6BA0-95FFEBFB4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4949D-D728-7040-838F-3E8262401E13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46C83-CD5F-567A-6C57-24ED299E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9E23F-D0D4-E628-C47A-CDD6BE4E2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277-68CA-AC41-8AE0-E68E7D573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41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FB22B8-3D63-4383-15C2-A7F8A0255E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BCBD6-5604-28BD-5A84-3D4800341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A115E-72F8-4B2B-AA7F-8BE0B6061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4949D-D728-7040-838F-3E8262401E13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DD565-5C4F-C5AA-2C46-2033816EF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7D4F9-2FD2-0BC3-AC5D-F17E32C67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7A277-68CA-AC41-8AE0-E68E7D573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B7ADE4-3F4B-E7C3-8709-39C4DDF2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79715-EEA2-F5E4-38DB-A01286C42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4FA48-487C-77A0-78EF-B4F5899322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64949D-D728-7040-838F-3E8262401E13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D8DC0-C9B0-9DC2-A274-C365A50E4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44BA1-CE24-E304-382E-63C4D7EBC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47A277-68CA-AC41-8AE0-E68E7D573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4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0D0C1-6612-14C7-6F68-0F5454085E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Style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0B9F82-2123-428D-3421-255F923C3C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Computer Programming and Algorithms 2024/25</a:t>
            </a:r>
          </a:p>
        </p:txBody>
      </p:sp>
    </p:spTree>
    <p:extLst>
      <p:ext uri="{BB962C8B-B14F-4D97-AF65-F5344CB8AC3E}">
        <p14:creationId xmlns:p14="http://schemas.microsoft.com/office/powerpoint/2010/main" val="101518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1FDD4-0550-B482-A1C4-AD9E2A007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2367"/>
            <a:ext cx="10515600" cy="18288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These slides set out a minimal set of code style guidelines that code being assessed for readability must adhere to. Deviations from these guidelines will result in your code being marked down for “readability”.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035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61A9-9C89-5BE7-3958-B04C8423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B74A9-8F12-37AC-C292-521189E84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Must have an informative name</a:t>
            </a:r>
          </a:p>
          <a:p>
            <a:r>
              <a:rPr lang="en-US" dirty="0"/>
              <a:t>Must use lower case with underscores to separate words</a:t>
            </a:r>
          </a:p>
          <a:p>
            <a:r>
              <a:rPr lang="en-US" dirty="0"/>
              <a:t>Must not be single letters (</a:t>
            </a:r>
            <a:r>
              <a:rPr lang="en-US" dirty="0" err="1"/>
              <a:t>i</a:t>
            </a:r>
            <a:r>
              <a:rPr lang="en-US" dirty="0"/>
              <a:t>, j, k)</a:t>
            </a:r>
          </a:p>
        </p:txBody>
      </p:sp>
    </p:spTree>
    <p:extLst>
      <p:ext uri="{BB962C8B-B14F-4D97-AF65-F5344CB8AC3E}">
        <p14:creationId xmlns:p14="http://schemas.microsoft.com/office/powerpoint/2010/main" val="3936444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7F20-F1DE-2F4E-76C5-EE3F34C4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Constants and magic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C446-405F-F7E9-F855-7F19D433B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constants must be defined as variables.</a:t>
            </a:r>
          </a:p>
          <a:p>
            <a:r>
              <a:rPr lang="en-US" dirty="0"/>
              <a:t>Your code should not contain ‘magic numbers’</a:t>
            </a:r>
          </a:p>
        </p:txBody>
      </p:sp>
    </p:spTree>
    <p:extLst>
      <p:ext uri="{BB962C8B-B14F-4D97-AF65-F5344CB8AC3E}">
        <p14:creationId xmlns:p14="http://schemas.microsoft.com/office/powerpoint/2010/main" val="2138147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3CD27-11E6-2951-861A-908DCA9B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4CB4D-DD33-FC60-D6CE-5D5B95168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should have a name that tells us what the function does.</a:t>
            </a:r>
          </a:p>
          <a:p>
            <a:r>
              <a:rPr lang="en-US" dirty="0"/>
              <a:t>Functions should be lower case with words separated by underscores</a:t>
            </a:r>
          </a:p>
          <a:p>
            <a:r>
              <a:rPr lang="en-US" dirty="0"/>
              <a:t>Functions should have docstrings.</a:t>
            </a:r>
          </a:p>
          <a:p>
            <a:pPr lvl="1"/>
            <a:r>
              <a:rPr lang="en-US" dirty="0"/>
              <a:t>Short functions - this could be a single line comment explaining what the function does</a:t>
            </a:r>
          </a:p>
          <a:p>
            <a:pPr lvl="1"/>
            <a:r>
              <a:rPr lang="en-US" dirty="0"/>
              <a:t>Longer functions – this should be a multi-line comment, defining inputs, outputs, what the function does and how it does it.</a:t>
            </a:r>
          </a:p>
        </p:txBody>
      </p:sp>
    </p:spTree>
    <p:extLst>
      <p:ext uri="{BB962C8B-B14F-4D97-AF65-F5344CB8AC3E}">
        <p14:creationId xmlns:p14="http://schemas.microsoft.com/office/powerpoint/2010/main" val="2726237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FC6A-0F1E-6028-B917-6B7DF74A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DD503-792D-D108-1E62-DDEBB517F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Comments should be used throughout your code to support readability.</a:t>
            </a:r>
          </a:p>
          <a:p>
            <a:r>
              <a:rPr lang="en-US" dirty="0"/>
              <a:t>We don’t need a comment for every line- if the variable / function naming makes it clear what is going on, then we don’t need a comment.</a:t>
            </a:r>
          </a:p>
        </p:txBody>
      </p:sp>
    </p:spTree>
    <p:extLst>
      <p:ext uri="{BB962C8B-B14F-4D97-AF65-F5344CB8AC3E}">
        <p14:creationId xmlns:p14="http://schemas.microsoft.com/office/powerpoint/2010/main" val="1868874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F8137-4CE0-3EA3-4775-331AFFCE9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py</a:t>
            </a:r>
            <a:r>
              <a:rPr lang="en-US" dirty="0"/>
              <a:t> file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54F4E-37F1-348B-960A-77ED98DC0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code should adhere to the expected structure for a python file. This is:</a:t>
            </a:r>
          </a:p>
          <a:p>
            <a:pPr lvl="1"/>
            <a:r>
              <a:rPr lang="en-US" dirty="0"/>
              <a:t>Imports</a:t>
            </a:r>
          </a:p>
          <a:p>
            <a:pPr lvl="1"/>
            <a:r>
              <a:rPr lang="en-US" dirty="0"/>
              <a:t>Constant definitions</a:t>
            </a:r>
          </a:p>
          <a:p>
            <a:pPr lvl="1"/>
            <a:r>
              <a:rPr lang="en-US" dirty="0"/>
              <a:t>Function definitions</a:t>
            </a:r>
          </a:p>
          <a:p>
            <a:pPr lvl="1"/>
            <a:r>
              <a:rPr lang="en-US" dirty="0"/>
              <a:t>Main function</a:t>
            </a:r>
          </a:p>
        </p:txBody>
      </p:sp>
    </p:spTree>
    <p:extLst>
      <p:ext uri="{BB962C8B-B14F-4D97-AF65-F5344CB8AC3E}">
        <p14:creationId xmlns:p14="http://schemas.microsoft.com/office/powerpoint/2010/main" val="2304587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230</Words>
  <Application>Microsoft Macintosh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Unit Style Guide</vt:lpstr>
      <vt:lpstr>PowerPoint Presentation</vt:lpstr>
      <vt:lpstr>Variables</vt:lpstr>
      <vt:lpstr>Constants and magic numbers</vt:lpstr>
      <vt:lpstr>Functions</vt:lpstr>
      <vt:lpstr>Comments</vt:lpstr>
      <vt:lpstr>.py file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Garrad</dc:creator>
  <cp:lastModifiedBy>Martin Garrad</cp:lastModifiedBy>
  <cp:revision>1</cp:revision>
  <dcterms:created xsi:type="dcterms:W3CDTF">2025-01-27T10:08:56Z</dcterms:created>
  <dcterms:modified xsi:type="dcterms:W3CDTF">2025-01-27T10:16:21Z</dcterms:modified>
</cp:coreProperties>
</file>