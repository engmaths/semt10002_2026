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06"/>
  </p:normalViewPr>
  <p:slideViewPr>
    <p:cSldViewPr snapToGrid="0">
      <p:cViewPr varScale="1">
        <p:scale>
          <a:sx n="119" d="100"/>
          <a:sy n="119" d="100"/>
        </p:scale>
        <p:origin x="3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ma Philamore" userId="db50e2f3-17b2-4cc0-b719-fb6254d3e9df" providerId="ADAL" clId="{976AD799-FE43-55CA-A221-11B5AB66B93B}"/>
    <pc:docChg chg="undo custSel addSld modSld">
      <pc:chgData name="Hemma Philamore" userId="db50e2f3-17b2-4cc0-b719-fb6254d3e9df" providerId="ADAL" clId="{976AD799-FE43-55CA-A221-11B5AB66B93B}" dt="2026-10-26T14:29:15.369" v="348" actId="164"/>
      <pc:docMkLst>
        <pc:docMk/>
      </pc:docMkLst>
      <pc:sldChg chg="addSp delSp modSp new mod">
        <pc:chgData name="Hemma Philamore" userId="db50e2f3-17b2-4cc0-b719-fb6254d3e9df" providerId="ADAL" clId="{976AD799-FE43-55CA-A221-11B5AB66B93B}" dt="2026-10-26T12:00:48.260" v="129" actId="164"/>
        <pc:sldMkLst>
          <pc:docMk/>
          <pc:sldMk cId="918735867" sldId="257"/>
        </pc:sldMkLst>
        <pc:spChg chg="add mod">
          <ac:chgData name="Hemma Philamore" userId="db50e2f3-17b2-4cc0-b719-fb6254d3e9df" providerId="ADAL" clId="{976AD799-FE43-55CA-A221-11B5AB66B93B}" dt="2026-10-26T11:34:41.275" v="22" actId="14100"/>
          <ac:spMkLst>
            <pc:docMk/>
            <pc:sldMk cId="918735867" sldId="257"/>
            <ac:spMk id="2" creationId="{D45E68DF-88C0-7BCA-0BA5-5DD49CE5751A}"/>
          </ac:spMkLst>
        </pc:spChg>
        <pc:spChg chg="add mod">
          <ac:chgData name="Hemma Philamore" userId="db50e2f3-17b2-4cc0-b719-fb6254d3e9df" providerId="ADAL" clId="{976AD799-FE43-55CA-A221-11B5AB66B93B}" dt="2026-10-26T11:34:47.560" v="24" actId="14100"/>
          <ac:spMkLst>
            <pc:docMk/>
            <pc:sldMk cId="918735867" sldId="257"/>
            <ac:spMk id="3" creationId="{F8CB2330-472E-CDCB-67F9-E39626B57900}"/>
          </ac:spMkLst>
        </pc:spChg>
        <pc:spChg chg="mod">
          <ac:chgData name="Hemma Philamore" userId="db50e2f3-17b2-4cc0-b719-fb6254d3e9df" providerId="ADAL" clId="{976AD799-FE43-55CA-A221-11B5AB66B93B}" dt="2026-10-26T11:34:59.667" v="28" actId="113"/>
          <ac:spMkLst>
            <pc:docMk/>
            <pc:sldMk cId="918735867" sldId="257"/>
            <ac:spMk id="6" creationId="{86EFCCEF-DBBC-D96C-6D0F-7F646E888C51}"/>
          </ac:spMkLst>
        </pc:spChg>
        <pc:spChg chg="mod">
          <ac:chgData name="Hemma Philamore" userId="db50e2f3-17b2-4cc0-b719-fb6254d3e9df" providerId="ADAL" clId="{976AD799-FE43-55CA-A221-11B5AB66B93B}" dt="2026-10-26T11:34:59.667" v="28" actId="113"/>
          <ac:spMkLst>
            <pc:docMk/>
            <pc:sldMk cId="918735867" sldId="257"/>
            <ac:spMk id="7" creationId="{CFF61D96-A3E3-1AEC-D049-ADFAB8B2F642}"/>
          </ac:spMkLst>
        </pc:spChg>
        <pc:spChg chg="mod">
          <ac:chgData name="Hemma Philamore" userId="db50e2f3-17b2-4cc0-b719-fb6254d3e9df" providerId="ADAL" clId="{976AD799-FE43-55CA-A221-11B5AB66B93B}" dt="2026-10-26T11:35:02.106" v="29"/>
          <ac:spMkLst>
            <pc:docMk/>
            <pc:sldMk cId="918735867" sldId="257"/>
            <ac:spMk id="9" creationId="{976FC995-98AD-BC43-AD9B-B4CE8765314A}"/>
          </ac:spMkLst>
        </pc:spChg>
        <pc:spChg chg="mod">
          <ac:chgData name="Hemma Philamore" userId="db50e2f3-17b2-4cc0-b719-fb6254d3e9df" providerId="ADAL" clId="{976AD799-FE43-55CA-A221-11B5AB66B93B}" dt="2026-10-26T11:35:33.243" v="43" actId="20577"/>
          <ac:spMkLst>
            <pc:docMk/>
            <pc:sldMk cId="918735867" sldId="257"/>
            <ac:spMk id="10" creationId="{78328FDD-E186-976F-D324-CD15327ECFD2}"/>
          </ac:spMkLst>
        </pc:spChg>
        <pc:spChg chg="mod">
          <ac:chgData name="Hemma Philamore" userId="db50e2f3-17b2-4cc0-b719-fb6254d3e9df" providerId="ADAL" clId="{976AD799-FE43-55CA-A221-11B5AB66B93B}" dt="2026-10-26T11:35:02.394" v="30"/>
          <ac:spMkLst>
            <pc:docMk/>
            <pc:sldMk cId="918735867" sldId="257"/>
            <ac:spMk id="12" creationId="{F762A312-AF43-90C1-4C1C-F9633B63FC6A}"/>
          </ac:spMkLst>
        </pc:spChg>
        <pc:spChg chg="mod">
          <ac:chgData name="Hemma Philamore" userId="db50e2f3-17b2-4cc0-b719-fb6254d3e9df" providerId="ADAL" clId="{976AD799-FE43-55CA-A221-11B5AB66B93B}" dt="2026-10-26T11:35:27.394" v="41" actId="20577"/>
          <ac:spMkLst>
            <pc:docMk/>
            <pc:sldMk cId="918735867" sldId="257"/>
            <ac:spMk id="13" creationId="{2BBC3D28-F97B-8633-DCE5-4254DDA6AEDE}"/>
          </ac:spMkLst>
        </pc:spChg>
        <pc:spChg chg="mod">
          <ac:chgData name="Hemma Philamore" userId="db50e2f3-17b2-4cc0-b719-fb6254d3e9df" providerId="ADAL" clId="{976AD799-FE43-55CA-A221-11B5AB66B93B}" dt="2026-10-26T11:35:02.611" v="31"/>
          <ac:spMkLst>
            <pc:docMk/>
            <pc:sldMk cId="918735867" sldId="257"/>
            <ac:spMk id="15" creationId="{13A60FE3-EB66-BADD-2F60-8DD668CE2EA2}"/>
          </ac:spMkLst>
        </pc:spChg>
        <pc:spChg chg="mod">
          <ac:chgData name="Hemma Philamore" userId="db50e2f3-17b2-4cc0-b719-fb6254d3e9df" providerId="ADAL" clId="{976AD799-FE43-55CA-A221-11B5AB66B93B}" dt="2026-10-26T11:35:20.202" v="39" actId="20577"/>
          <ac:spMkLst>
            <pc:docMk/>
            <pc:sldMk cId="918735867" sldId="257"/>
            <ac:spMk id="16" creationId="{F37B8F53-B50B-5B3E-1BC7-34FBC91335D6}"/>
          </ac:spMkLst>
        </pc:spChg>
        <pc:spChg chg="mod">
          <ac:chgData name="Hemma Philamore" userId="db50e2f3-17b2-4cc0-b719-fb6254d3e9df" providerId="ADAL" clId="{976AD799-FE43-55CA-A221-11B5AB66B93B}" dt="2026-10-26T11:35:02.838" v="32"/>
          <ac:spMkLst>
            <pc:docMk/>
            <pc:sldMk cId="918735867" sldId="257"/>
            <ac:spMk id="18" creationId="{067C5FF6-64D8-4DAB-3B53-419F51CC3B0A}"/>
          </ac:spMkLst>
        </pc:spChg>
        <pc:spChg chg="mod">
          <ac:chgData name="Hemma Philamore" userId="db50e2f3-17b2-4cc0-b719-fb6254d3e9df" providerId="ADAL" clId="{976AD799-FE43-55CA-A221-11B5AB66B93B}" dt="2026-10-26T11:35:13.019" v="37" actId="20577"/>
          <ac:spMkLst>
            <pc:docMk/>
            <pc:sldMk cId="918735867" sldId="257"/>
            <ac:spMk id="19" creationId="{C053009B-AE9B-368D-A518-775E3F132844}"/>
          </ac:spMkLst>
        </pc:spChg>
        <pc:spChg chg="mod">
          <ac:chgData name="Hemma Philamore" userId="db50e2f3-17b2-4cc0-b719-fb6254d3e9df" providerId="ADAL" clId="{976AD799-FE43-55CA-A221-11B5AB66B93B}" dt="2026-10-26T11:35:03.081" v="33"/>
          <ac:spMkLst>
            <pc:docMk/>
            <pc:sldMk cId="918735867" sldId="257"/>
            <ac:spMk id="21" creationId="{8CB8530E-9F8E-767D-8F6B-F3A3B91F6BE9}"/>
          </ac:spMkLst>
        </pc:spChg>
        <pc:spChg chg="mod">
          <ac:chgData name="Hemma Philamore" userId="db50e2f3-17b2-4cc0-b719-fb6254d3e9df" providerId="ADAL" clId="{976AD799-FE43-55CA-A221-11B5AB66B93B}" dt="2026-10-26T11:35:07.468" v="35" actId="20577"/>
          <ac:spMkLst>
            <pc:docMk/>
            <pc:sldMk cId="918735867" sldId="257"/>
            <ac:spMk id="22" creationId="{5BC3AE42-2D40-F03A-E264-8A51EAAB3113}"/>
          </ac:spMkLst>
        </pc:spChg>
        <pc:spChg chg="add mod">
          <ac:chgData name="Hemma Philamore" userId="db50e2f3-17b2-4cc0-b719-fb6254d3e9df" providerId="ADAL" clId="{976AD799-FE43-55CA-A221-11B5AB66B93B}" dt="2026-10-26T11:38:02.209" v="79" actId="1076"/>
          <ac:spMkLst>
            <pc:docMk/>
            <pc:sldMk cId="918735867" sldId="257"/>
            <ac:spMk id="42" creationId="{5280F66A-C5DF-B06A-D5B2-FC23D54D9721}"/>
          </ac:spMkLst>
        </pc:spChg>
        <pc:spChg chg="add mod">
          <ac:chgData name="Hemma Philamore" userId="db50e2f3-17b2-4cc0-b719-fb6254d3e9df" providerId="ADAL" clId="{976AD799-FE43-55CA-A221-11B5AB66B93B}" dt="2026-10-26T11:38:10.659" v="84" actId="20577"/>
          <ac:spMkLst>
            <pc:docMk/>
            <pc:sldMk cId="918735867" sldId="257"/>
            <ac:spMk id="43" creationId="{7DB1FE20-A60F-6456-2EA4-CFB0985EDE7E}"/>
          </ac:spMkLst>
        </pc:spChg>
        <pc:spChg chg="add mod">
          <ac:chgData name="Hemma Philamore" userId="db50e2f3-17b2-4cc0-b719-fb6254d3e9df" providerId="ADAL" clId="{976AD799-FE43-55CA-A221-11B5AB66B93B}" dt="2026-10-26T11:38:22.737" v="89" actId="20577"/>
          <ac:spMkLst>
            <pc:docMk/>
            <pc:sldMk cId="918735867" sldId="257"/>
            <ac:spMk id="44" creationId="{F2C820C4-1195-83DF-FAF9-AA69ED4CB263}"/>
          </ac:spMkLst>
        </pc:spChg>
        <pc:spChg chg="add mod">
          <ac:chgData name="Hemma Philamore" userId="db50e2f3-17b2-4cc0-b719-fb6254d3e9df" providerId="ADAL" clId="{976AD799-FE43-55CA-A221-11B5AB66B93B}" dt="2026-10-26T11:38:34.930" v="95" actId="1076"/>
          <ac:spMkLst>
            <pc:docMk/>
            <pc:sldMk cId="918735867" sldId="257"/>
            <ac:spMk id="45" creationId="{61AEBA05-F7AB-B768-C8B9-93BA9CBE0A8A}"/>
          </ac:spMkLst>
        </pc:spChg>
        <pc:spChg chg="add mod">
          <ac:chgData name="Hemma Philamore" userId="db50e2f3-17b2-4cc0-b719-fb6254d3e9df" providerId="ADAL" clId="{976AD799-FE43-55CA-A221-11B5AB66B93B}" dt="2026-10-26T11:38:41.609" v="100" actId="20577"/>
          <ac:spMkLst>
            <pc:docMk/>
            <pc:sldMk cId="918735867" sldId="257"/>
            <ac:spMk id="46" creationId="{EAFC3E06-82EB-AD07-E560-4156CE8BEB88}"/>
          </ac:spMkLst>
        </pc:spChg>
        <pc:spChg chg="add mod">
          <ac:chgData name="Hemma Philamore" userId="db50e2f3-17b2-4cc0-b719-fb6254d3e9df" providerId="ADAL" clId="{976AD799-FE43-55CA-A221-11B5AB66B93B}" dt="2026-10-26T11:38:52.041" v="104" actId="20577"/>
          <ac:spMkLst>
            <pc:docMk/>
            <pc:sldMk cId="918735867" sldId="257"/>
            <ac:spMk id="47" creationId="{14C83C3D-47FF-7CE2-0F79-500AF1226B9C}"/>
          </ac:spMkLst>
        </pc:spChg>
        <pc:spChg chg="add mod">
          <ac:chgData name="Hemma Philamore" userId="db50e2f3-17b2-4cc0-b719-fb6254d3e9df" providerId="ADAL" clId="{976AD799-FE43-55CA-A221-11B5AB66B93B}" dt="2026-10-26T11:39:01.104" v="109" actId="20577"/>
          <ac:spMkLst>
            <pc:docMk/>
            <pc:sldMk cId="918735867" sldId="257"/>
            <ac:spMk id="48" creationId="{6F741BD2-A0B5-3958-A8A1-0ABC2C83DA14}"/>
          </ac:spMkLst>
        </pc:spChg>
        <pc:spChg chg="add mod">
          <ac:chgData name="Hemma Philamore" userId="db50e2f3-17b2-4cc0-b719-fb6254d3e9df" providerId="ADAL" clId="{976AD799-FE43-55CA-A221-11B5AB66B93B}" dt="2026-10-26T11:39:10.364" v="114" actId="20577"/>
          <ac:spMkLst>
            <pc:docMk/>
            <pc:sldMk cId="918735867" sldId="257"/>
            <ac:spMk id="49" creationId="{0FC379B7-B3D4-5673-5313-C081D9B9D5CB}"/>
          </ac:spMkLst>
        </pc:spChg>
        <pc:spChg chg="del mod topLvl">
          <ac:chgData name="Hemma Philamore" userId="db50e2f3-17b2-4cc0-b719-fb6254d3e9df" providerId="ADAL" clId="{976AD799-FE43-55CA-A221-11B5AB66B93B}" dt="2026-10-26T12:00:31.532" v="121" actId="478"/>
          <ac:spMkLst>
            <pc:docMk/>
            <pc:sldMk cId="918735867" sldId="257"/>
            <ac:spMk id="65" creationId="{2C8361F8-A209-D32D-5AC9-2DE64ED885B8}"/>
          </ac:spMkLst>
        </pc:spChg>
        <pc:spChg chg="del mod topLvl">
          <ac:chgData name="Hemma Philamore" userId="db50e2f3-17b2-4cc0-b719-fb6254d3e9df" providerId="ADAL" clId="{976AD799-FE43-55CA-A221-11B5AB66B93B}" dt="2026-10-26T12:00:36.035" v="124" actId="478"/>
          <ac:spMkLst>
            <pc:docMk/>
            <pc:sldMk cId="918735867" sldId="257"/>
            <ac:spMk id="66" creationId="{C3400A2A-AD19-27A3-96C4-2A9636C8102C}"/>
          </ac:spMkLst>
        </pc:spChg>
        <pc:spChg chg="del topLvl">
          <ac:chgData name="Hemma Philamore" userId="db50e2f3-17b2-4cc0-b719-fb6254d3e9df" providerId="ADAL" clId="{976AD799-FE43-55CA-A221-11B5AB66B93B}" dt="2026-10-26T12:00:42.724" v="128" actId="478"/>
          <ac:spMkLst>
            <pc:docMk/>
            <pc:sldMk cId="918735867" sldId="257"/>
            <ac:spMk id="67" creationId="{5C2C1936-6FAC-D61F-7B08-242387CB124A}"/>
          </ac:spMkLst>
        </pc:spChg>
        <pc:spChg chg="del mod topLvl">
          <ac:chgData name="Hemma Philamore" userId="db50e2f3-17b2-4cc0-b719-fb6254d3e9df" providerId="ADAL" clId="{976AD799-FE43-55CA-A221-11B5AB66B93B}" dt="2026-10-26T12:00:28.699" v="120" actId="478"/>
          <ac:spMkLst>
            <pc:docMk/>
            <pc:sldMk cId="918735867" sldId="257"/>
            <ac:spMk id="68" creationId="{3F76E099-EC64-7DF3-8891-2F46304CA5A6}"/>
          </ac:spMkLst>
        </pc:spChg>
        <pc:spChg chg="del mod topLvl">
          <ac:chgData name="Hemma Philamore" userId="db50e2f3-17b2-4cc0-b719-fb6254d3e9df" providerId="ADAL" clId="{976AD799-FE43-55CA-A221-11B5AB66B93B}" dt="2026-10-26T12:00:34.418" v="123" actId="478"/>
          <ac:spMkLst>
            <pc:docMk/>
            <pc:sldMk cId="918735867" sldId="257"/>
            <ac:spMk id="69" creationId="{11351722-FD5B-3044-1141-EDCC295C4C23}"/>
          </ac:spMkLst>
        </pc:spChg>
        <pc:spChg chg="del topLvl">
          <ac:chgData name="Hemma Philamore" userId="db50e2f3-17b2-4cc0-b719-fb6254d3e9df" providerId="ADAL" clId="{976AD799-FE43-55CA-A221-11B5AB66B93B}" dt="2026-10-26T12:00:37.541" v="125" actId="478"/>
          <ac:spMkLst>
            <pc:docMk/>
            <pc:sldMk cId="918735867" sldId="257"/>
            <ac:spMk id="70" creationId="{33511C53-600C-B90A-19F2-9A8F17113E0D}"/>
          </ac:spMkLst>
        </pc:spChg>
        <pc:spChg chg="del topLvl">
          <ac:chgData name="Hemma Philamore" userId="db50e2f3-17b2-4cc0-b719-fb6254d3e9df" providerId="ADAL" clId="{976AD799-FE43-55CA-A221-11B5AB66B93B}" dt="2026-10-26T12:00:40.675" v="127" actId="478"/>
          <ac:spMkLst>
            <pc:docMk/>
            <pc:sldMk cId="918735867" sldId="257"/>
            <ac:spMk id="71" creationId="{7A75BC0D-469E-9B1D-F9B0-4E7CC73C6C16}"/>
          </ac:spMkLst>
        </pc:spChg>
        <pc:spChg chg="del mod topLvl">
          <ac:chgData name="Hemma Philamore" userId="db50e2f3-17b2-4cc0-b719-fb6254d3e9df" providerId="ADAL" clId="{976AD799-FE43-55CA-A221-11B5AB66B93B}" dt="2026-10-26T12:00:39.124" v="126" actId="478"/>
          <ac:spMkLst>
            <pc:docMk/>
            <pc:sldMk cId="918735867" sldId="257"/>
            <ac:spMk id="72" creationId="{716238A2-0DB5-1E15-E69B-FE5F45A90CA6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4" creationId="{87EF9715-80A1-85A5-4194-C211DA0BDDBD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5" creationId="{75F786A5-C8E6-B261-9F66-1EB00C96E9B1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7" creationId="{42089C7F-1638-72F5-BF5D-1EF822FC0842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8" creationId="{DC5E6FED-C71C-0F83-8C43-2834596C7BFC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82" creationId="{F42EFCCB-C722-D037-E92D-5DDAE6FF1F53}"/>
          </ac:spMkLst>
        </pc:spChg>
        <pc:grpChg chg="add">
          <ac:chgData name="Hemma Philamore" userId="db50e2f3-17b2-4cc0-b719-fb6254d3e9df" providerId="ADAL" clId="{976AD799-FE43-55CA-A221-11B5AB66B93B}" dt="2026-10-26T11:34:54.253" v="25" actId="164"/>
          <ac:grpSpMkLst>
            <pc:docMk/>
            <pc:sldMk cId="918735867" sldId="257"/>
            <ac:grpSpMk id="4" creationId="{CFE2233B-7FBB-8424-6C06-C24D31DA81C1}"/>
          </ac:grpSpMkLst>
        </pc:grpChg>
        <pc:grpChg chg="add del mod">
          <ac:chgData name="Hemma Philamore" userId="db50e2f3-17b2-4cc0-b719-fb6254d3e9df" providerId="ADAL" clId="{976AD799-FE43-55CA-A221-11B5AB66B93B}" dt="2026-10-26T11:35:48.837" v="47" actId="478"/>
          <ac:grpSpMkLst>
            <pc:docMk/>
            <pc:sldMk cId="918735867" sldId="257"/>
            <ac:grpSpMk id="5" creationId="{DE7AA199-311C-9D20-7A42-7F2AB76FAD40}"/>
          </ac:grpSpMkLst>
        </pc:grpChg>
        <pc:grpChg chg="add del mod">
          <ac:chgData name="Hemma Philamore" userId="db50e2f3-17b2-4cc0-b719-fb6254d3e9df" providerId="ADAL" clId="{976AD799-FE43-55CA-A221-11B5AB66B93B}" dt="2026-10-26T11:35:53.064" v="49" actId="478"/>
          <ac:grpSpMkLst>
            <pc:docMk/>
            <pc:sldMk cId="918735867" sldId="257"/>
            <ac:grpSpMk id="8" creationId="{FC8AE0B3-4C13-CB7E-8EE8-ED454A9D9B76}"/>
          </ac:grpSpMkLst>
        </pc:grpChg>
        <pc:grpChg chg="add mod">
          <ac:chgData name="Hemma Philamore" userId="db50e2f3-17b2-4cc0-b719-fb6254d3e9df" providerId="ADAL" clId="{976AD799-FE43-55CA-A221-11B5AB66B93B}" dt="2026-10-26T11:35:52.312" v="48" actId="1076"/>
          <ac:grpSpMkLst>
            <pc:docMk/>
            <pc:sldMk cId="918735867" sldId="257"/>
            <ac:grpSpMk id="11" creationId="{B548886A-96BF-52B5-31A6-BDEBF76F6385}"/>
          </ac:grpSpMkLst>
        </pc:grpChg>
        <pc:grpChg chg="add mod">
          <ac:chgData name="Hemma Philamore" userId="db50e2f3-17b2-4cc0-b719-fb6254d3e9df" providerId="ADAL" clId="{976AD799-FE43-55CA-A221-11B5AB66B93B}" dt="2026-10-26T11:36:21.179" v="53" actId="1076"/>
          <ac:grpSpMkLst>
            <pc:docMk/>
            <pc:sldMk cId="918735867" sldId="257"/>
            <ac:grpSpMk id="14" creationId="{39A252AC-165A-3F9B-C4F8-D17FFF3E22A0}"/>
          </ac:grpSpMkLst>
        </pc:grpChg>
        <pc:grpChg chg="add mod">
          <ac:chgData name="Hemma Philamore" userId="db50e2f3-17b2-4cc0-b719-fb6254d3e9df" providerId="ADAL" clId="{976AD799-FE43-55CA-A221-11B5AB66B93B}" dt="2026-10-26T11:35:46.768" v="46" actId="1076"/>
          <ac:grpSpMkLst>
            <pc:docMk/>
            <pc:sldMk cId="918735867" sldId="257"/>
            <ac:grpSpMk id="17" creationId="{1F9F1BEA-434F-0810-30A3-F25B63025FBA}"/>
          </ac:grpSpMkLst>
        </pc:grpChg>
        <pc:grpChg chg="add mod">
          <ac:chgData name="Hemma Philamore" userId="db50e2f3-17b2-4cc0-b719-fb6254d3e9df" providerId="ADAL" clId="{976AD799-FE43-55CA-A221-11B5AB66B93B}" dt="2026-10-26T11:35:05.386" v="34" actId="1076"/>
          <ac:grpSpMkLst>
            <pc:docMk/>
            <pc:sldMk cId="918735867" sldId="257"/>
            <ac:grpSpMk id="20" creationId="{3281D5EB-E060-0F17-3344-CBE9B624FDD8}"/>
          </ac:grpSpMkLst>
        </pc:grpChg>
        <pc:grpChg chg="add mod">
          <ac:chgData name="Hemma Philamore" userId="db50e2f3-17b2-4cc0-b719-fb6254d3e9df" providerId="ADAL" clId="{976AD799-FE43-55CA-A221-11B5AB66B93B}" dt="2026-10-26T12:00:14.324" v="116" actId="1076"/>
          <ac:grpSpMkLst>
            <pc:docMk/>
            <pc:sldMk cId="918735867" sldId="257"/>
            <ac:grpSpMk id="50" creationId="{8514EE9D-8518-14AD-5972-C786FCA2EA6A}"/>
          </ac:grpSpMkLst>
        </pc:grpChg>
        <pc:grpChg chg="mod">
          <ac:chgData name="Hemma Philamore" userId="db50e2f3-17b2-4cc0-b719-fb6254d3e9df" providerId="ADAL" clId="{976AD799-FE43-55CA-A221-11B5AB66B93B}" dt="2026-10-26T12:00:21.232" v="118" actId="1076"/>
          <ac:grpSpMkLst>
            <pc:docMk/>
            <pc:sldMk cId="918735867" sldId="257"/>
            <ac:grpSpMk id="51" creationId="{550CF0DD-D234-04A1-6837-F5A36F495072}"/>
          </ac:grpSpMkLst>
        </pc:grpChg>
        <pc:grpChg chg="topLvl">
          <ac:chgData name="Hemma Philamore" userId="db50e2f3-17b2-4cc0-b719-fb6254d3e9df" providerId="ADAL" clId="{976AD799-FE43-55CA-A221-11B5AB66B93B}" dt="2026-10-26T12:00:25.304" v="119" actId="165"/>
          <ac:grpSpMkLst>
            <pc:docMk/>
            <pc:sldMk cId="918735867" sldId="257"/>
            <ac:grpSpMk id="55" creationId="{88FCB656-144B-4F10-A6A0-BE4140D9EFD7}"/>
          </ac:grpSpMkLst>
        </pc:grpChg>
        <pc:grpChg chg="topLvl">
          <ac:chgData name="Hemma Philamore" userId="db50e2f3-17b2-4cc0-b719-fb6254d3e9df" providerId="ADAL" clId="{976AD799-FE43-55CA-A221-11B5AB66B93B}" dt="2026-10-26T12:00:25.304" v="119" actId="165"/>
          <ac:grpSpMkLst>
            <pc:docMk/>
            <pc:sldMk cId="918735867" sldId="257"/>
            <ac:grpSpMk id="56" creationId="{4D876DC0-AC9E-156C-3B1B-A6A411ED2003}"/>
          </ac:grpSpMkLst>
        </pc:grpChg>
        <pc:grpChg chg="add">
          <ac:chgData name="Hemma Philamore" userId="db50e2f3-17b2-4cc0-b719-fb6254d3e9df" providerId="ADAL" clId="{976AD799-FE43-55CA-A221-11B5AB66B93B}" dt="2026-10-26T12:00:48.260" v="129" actId="164"/>
          <ac:grpSpMkLst>
            <pc:docMk/>
            <pc:sldMk cId="918735867" sldId="257"/>
            <ac:grpSpMk id="83" creationId="{2E3E862B-EC4E-D899-6C72-0F337C65CFA8}"/>
          </ac:grpSpMkLst>
        </pc:grpChg>
        <pc:cxnChg chg="add del mod">
          <ac:chgData name="Hemma Philamore" userId="db50e2f3-17b2-4cc0-b719-fb6254d3e9df" providerId="ADAL" clId="{976AD799-FE43-55CA-A221-11B5AB66B93B}" dt="2026-10-26T11:36:05.024" v="51" actId="11529"/>
          <ac:cxnSpMkLst>
            <pc:docMk/>
            <pc:sldMk cId="918735867" sldId="257"/>
            <ac:cxnSpMk id="24" creationId="{E7A3137D-EEA5-B6E8-EF4A-89BB107CB35E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26" creationId="{D2F17D19-E17D-2904-AB6B-9B6C9DF324D8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29" creationId="{DF5DCC2A-9680-6814-1918-EA1BC156D168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1" creationId="{D8BD6AF6-6181-D921-492D-44426DF62BF9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3" creationId="{E450F3CB-2503-316D-28DB-AB721787D1B3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5" creationId="{FE2EA8F2-A189-F3EF-15EB-E578E8CBD280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7" creationId="{0C49F402-43EE-6764-DB4E-7865F1D2C513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9" creationId="{AD39A38D-DE5E-B60D-A270-EE8B80E820E0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41" creationId="{FDD3ABB9-215C-7F46-7BB3-3E7BB9129CB2}"/>
          </ac:cxnSpMkLst>
        </pc:cxnChg>
      </pc:sldChg>
      <pc:sldChg chg="addSp delSp modSp add mod">
        <pc:chgData name="Hemma Philamore" userId="db50e2f3-17b2-4cc0-b719-fb6254d3e9df" providerId="ADAL" clId="{976AD799-FE43-55CA-A221-11B5AB66B93B}" dt="2026-10-26T14:29:15.369" v="348" actId="164"/>
        <pc:sldMkLst>
          <pc:docMk/>
          <pc:sldMk cId="818822214" sldId="258"/>
        </pc:sldMkLst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2" creationId="{1166DCA7-BE25-075C-C4EB-C3A91B2B4558}"/>
          </ac:spMkLst>
        </pc:spChg>
        <pc:spChg chg="del">
          <ac:chgData name="Hemma Philamore" userId="db50e2f3-17b2-4cc0-b719-fb6254d3e9df" providerId="ADAL" clId="{976AD799-FE43-55CA-A221-11B5AB66B93B}" dt="2026-10-26T14:01:37.096" v="131" actId="478"/>
          <ac:spMkLst>
            <pc:docMk/>
            <pc:sldMk cId="818822214" sldId="258"/>
            <ac:spMk id="3" creationId="{0B6CC2A2-25F1-702A-6F65-CC7DEA5A1F73}"/>
          </ac:spMkLst>
        </pc:spChg>
        <pc:spChg chg="add mod">
          <ac:chgData name="Hemma Philamore" userId="db50e2f3-17b2-4cc0-b719-fb6254d3e9df" providerId="ADAL" clId="{976AD799-FE43-55CA-A221-11B5AB66B93B}" dt="2026-10-26T14:01:46.070" v="139" actId="1076"/>
          <ac:spMkLst>
            <pc:docMk/>
            <pc:sldMk cId="818822214" sldId="258"/>
            <ac:spMk id="5" creationId="{A8068F53-98F4-86A2-1022-96C32A264124}"/>
          </ac:spMkLst>
        </pc:spChg>
        <pc:spChg chg="add mod">
          <ac:chgData name="Hemma Philamore" userId="db50e2f3-17b2-4cc0-b719-fb6254d3e9df" providerId="ADAL" clId="{976AD799-FE43-55CA-A221-11B5AB66B93B}" dt="2026-10-26T14:02:20.886" v="156" actId="1076"/>
          <ac:spMkLst>
            <pc:docMk/>
            <pc:sldMk cId="818822214" sldId="258"/>
            <ac:spMk id="6" creationId="{8E0F47BF-4885-964F-0D60-B4639C8A9BE6}"/>
          </ac:spMkLst>
        </pc:spChg>
        <pc:spChg chg="add mod">
          <ac:chgData name="Hemma Philamore" userId="db50e2f3-17b2-4cc0-b719-fb6254d3e9df" providerId="ADAL" clId="{976AD799-FE43-55CA-A221-11B5AB66B93B}" dt="2026-10-26T14:02:40.590" v="177" actId="1076"/>
          <ac:spMkLst>
            <pc:docMk/>
            <pc:sldMk cId="818822214" sldId="258"/>
            <ac:spMk id="7" creationId="{91D8E25D-1B4C-F9BC-6D09-A03B452EEF3D}"/>
          </ac:spMkLst>
        </pc:spChg>
        <pc:spChg chg="add mod">
          <ac:chgData name="Hemma Philamore" userId="db50e2f3-17b2-4cc0-b719-fb6254d3e9df" providerId="ADAL" clId="{976AD799-FE43-55CA-A221-11B5AB66B93B}" dt="2026-10-26T14:03:07.925" v="193" actId="1076"/>
          <ac:spMkLst>
            <pc:docMk/>
            <pc:sldMk cId="818822214" sldId="258"/>
            <ac:spMk id="8" creationId="{E0633738-F0B1-A4FD-DA17-78FA70ED5802}"/>
          </ac:spMkLst>
        </pc:spChg>
        <pc:spChg chg="add mod">
          <ac:chgData name="Hemma Philamore" userId="db50e2f3-17b2-4cc0-b719-fb6254d3e9df" providerId="ADAL" clId="{976AD799-FE43-55CA-A221-11B5AB66B93B}" dt="2026-10-26T14:03:38.125" v="203" actId="1076"/>
          <ac:spMkLst>
            <pc:docMk/>
            <pc:sldMk cId="818822214" sldId="258"/>
            <ac:spMk id="9" creationId="{63FA04A2-A263-3D7E-6B3B-5A206D134AA4}"/>
          </ac:spMkLst>
        </pc:spChg>
        <pc:spChg chg="add mod">
          <ac:chgData name="Hemma Philamore" userId="db50e2f3-17b2-4cc0-b719-fb6254d3e9df" providerId="ADAL" clId="{976AD799-FE43-55CA-A221-11B5AB66B93B}" dt="2026-10-26T14:06:24.895" v="239" actId="1076"/>
          <ac:spMkLst>
            <pc:docMk/>
            <pc:sldMk cId="818822214" sldId="258"/>
            <ac:spMk id="10" creationId="{711322C6-5D34-34D5-158F-F28376BB0BAC}"/>
          </ac:spMkLst>
        </pc:spChg>
        <pc:spChg chg="topLvl">
          <ac:chgData name="Hemma Philamore" userId="db50e2f3-17b2-4cc0-b719-fb6254d3e9df" providerId="ADAL" clId="{976AD799-FE43-55CA-A221-11B5AB66B93B}" dt="2026-10-26T14:02:00.479" v="143" actId="478"/>
          <ac:spMkLst>
            <pc:docMk/>
            <pc:sldMk cId="818822214" sldId="258"/>
            <ac:spMk id="12" creationId="{4D0FB3C7-9C73-BC39-5690-7EFF4A2894AF}"/>
          </ac:spMkLst>
        </pc:spChg>
        <pc:spChg chg="del topLvl">
          <ac:chgData name="Hemma Philamore" userId="db50e2f3-17b2-4cc0-b719-fb6254d3e9df" providerId="ADAL" clId="{976AD799-FE43-55CA-A221-11B5AB66B93B}" dt="2026-10-26T14:02:00.479" v="143" actId="478"/>
          <ac:spMkLst>
            <pc:docMk/>
            <pc:sldMk cId="818822214" sldId="258"/>
            <ac:spMk id="13" creationId="{37B39678-CCA2-2160-EE6B-F3FFA9DE56F5}"/>
          </ac:spMkLst>
        </pc:spChg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15" creationId="{075391DC-F7E3-F41D-1365-DF93FA2D0B76}"/>
          </ac:spMkLst>
        </pc:spChg>
        <pc:spChg chg="del">
          <ac:chgData name="Hemma Philamore" userId="db50e2f3-17b2-4cc0-b719-fb6254d3e9df" providerId="ADAL" clId="{976AD799-FE43-55CA-A221-11B5AB66B93B}" dt="2026-10-26T14:01:52.136" v="141" actId="478"/>
          <ac:spMkLst>
            <pc:docMk/>
            <pc:sldMk cId="818822214" sldId="258"/>
            <ac:spMk id="16" creationId="{D27389F5-42BB-3C70-DE01-14C4C4FE654F}"/>
          </ac:spMkLst>
        </pc:spChg>
        <pc:spChg chg="topLvl">
          <ac:chgData name="Hemma Philamore" userId="db50e2f3-17b2-4cc0-b719-fb6254d3e9df" providerId="ADAL" clId="{976AD799-FE43-55CA-A221-11B5AB66B93B}" dt="2026-10-26T14:02:02.304" v="144" actId="478"/>
          <ac:spMkLst>
            <pc:docMk/>
            <pc:sldMk cId="818822214" sldId="258"/>
            <ac:spMk id="18" creationId="{FB009A0A-1C4C-CCAF-7B85-986E3BB01521}"/>
          </ac:spMkLst>
        </pc:spChg>
        <pc:spChg chg="del topLvl">
          <ac:chgData name="Hemma Philamore" userId="db50e2f3-17b2-4cc0-b719-fb6254d3e9df" providerId="ADAL" clId="{976AD799-FE43-55CA-A221-11B5AB66B93B}" dt="2026-10-26T14:02:02.304" v="144" actId="478"/>
          <ac:spMkLst>
            <pc:docMk/>
            <pc:sldMk cId="818822214" sldId="258"/>
            <ac:spMk id="19" creationId="{7405E25B-B77D-65B9-058C-63428652E40E}"/>
          </ac:spMkLst>
        </pc:spChg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21" creationId="{62B9B986-9CBD-1052-25FD-39E6133B2A70}"/>
          </ac:spMkLst>
        </pc:spChg>
        <pc:spChg chg="del">
          <ac:chgData name="Hemma Philamore" userId="db50e2f3-17b2-4cc0-b719-fb6254d3e9df" providerId="ADAL" clId="{976AD799-FE43-55CA-A221-11B5AB66B93B}" dt="2026-10-26T14:01:49.624" v="140" actId="478"/>
          <ac:spMkLst>
            <pc:docMk/>
            <pc:sldMk cId="818822214" sldId="258"/>
            <ac:spMk id="22" creationId="{C2F1FDE3-3920-1024-B120-E47CA3F25E3D}"/>
          </ac:spMkLst>
        </pc:spChg>
        <pc:spChg chg="add mod">
          <ac:chgData name="Hemma Philamore" userId="db50e2f3-17b2-4cc0-b719-fb6254d3e9df" providerId="ADAL" clId="{976AD799-FE43-55CA-A221-11B5AB66B93B}" dt="2026-10-26T14:07:37.863" v="263" actId="14100"/>
          <ac:spMkLst>
            <pc:docMk/>
            <pc:sldMk cId="818822214" sldId="258"/>
            <ac:spMk id="23" creationId="{446A178C-C437-313B-ED62-CE951E3F45F1}"/>
          </ac:spMkLst>
        </pc:spChg>
        <pc:spChg chg="add del mod">
          <ac:chgData name="Hemma Philamore" userId="db50e2f3-17b2-4cc0-b719-fb6254d3e9df" providerId="ADAL" clId="{976AD799-FE43-55CA-A221-11B5AB66B93B}" dt="2026-10-26T14:09:09.289" v="279" actId="478"/>
          <ac:spMkLst>
            <pc:docMk/>
            <pc:sldMk cId="818822214" sldId="258"/>
            <ac:spMk id="24" creationId="{6D790245-D61A-359E-E774-41FB675737AA}"/>
          </ac:spMkLst>
        </pc:spChg>
        <pc:spChg chg="add del mod">
          <ac:chgData name="Hemma Philamore" userId="db50e2f3-17b2-4cc0-b719-fb6254d3e9df" providerId="ADAL" clId="{976AD799-FE43-55CA-A221-11B5AB66B93B}" dt="2026-10-26T14:09:11.689" v="281" actId="478"/>
          <ac:spMkLst>
            <pc:docMk/>
            <pc:sldMk cId="818822214" sldId="258"/>
            <ac:spMk id="25" creationId="{B23047DA-1FB2-6F32-5E7D-EEC547097651}"/>
          </ac:spMkLst>
        </pc:spChg>
        <pc:spChg chg="mod topLvl">
          <ac:chgData name="Hemma Philamore" userId="db50e2f3-17b2-4cc0-b719-fb6254d3e9df" providerId="ADAL" clId="{976AD799-FE43-55CA-A221-11B5AB66B93B}" dt="2026-10-26T14:10:18.109" v="295" actId="20577"/>
          <ac:spMkLst>
            <pc:docMk/>
            <pc:sldMk cId="818822214" sldId="258"/>
            <ac:spMk id="42" creationId="{DF004EF6-E142-1614-EE3B-1100C1965C40}"/>
          </ac:spMkLst>
        </pc:spChg>
        <pc:spChg chg="mod topLvl">
          <ac:chgData name="Hemma Philamore" userId="db50e2f3-17b2-4cc0-b719-fb6254d3e9df" providerId="ADAL" clId="{976AD799-FE43-55CA-A221-11B5AB66B93B}" dt="2026-10-26T14:10:23.881" v="298" actId="20577"/>
          <ac:spMkLst>
            <pc:docMk/>
            <pc:sldMk cId="818822214" sldId="258"/>
            <ac:spMk id="43" creationId="{4A06994E-FB0B-7B1B-7212-5CABC63777CF}"/>
          </ac:spMkLst>
        </pc:spChg>
        <pc:spChg chg="mod topLvl">
          <ac:chgData name="Hemma Philamore" userId="db50e2f3-17b2-4cc0-b719-fb6254d3e9df" providerId="ADAL" clId="{976AD799-FE43-55CA-A221-11B5AB66B93B}" dt="2026-10-26T14:10:38.553" v="303" actId="20577"/>
          <ac:spMkLst>
            <pc:docMk/>
            <pc:sldMk cId="818822214" sldId="258"/>
            <ac:spMk id="44" creationId="{1426A36C-9368-D130-7B58-77E95C4566DD}"/>
          </ac:spMkLst>
        </pc:spChg>
        <pc:spChg chg="del">
          <ac:chgData name="Hemma Philamore" userId="db50e2f3-17b2-4cc0-b719-fb6254d3e9df" providerId="ADAL" clId="{976AD799-FE43-55CA-A221-11B5AB66B93B}" dt="2026-10-26T14:06:37.057" v="241" actId="478"/>
          <ac:spMkLst>
            <pc:docMk/>
            <pc:sldMk cId="818822214" sldId="258"/>
            <ac:spMk id="45" creationId="{9B01EE50-9BC2-915E-BFB6-C39B3AF6AD6C}"/>
          </ac:spMkLst>
        </pc:spChg>
        <pc:spChg chg="mod topLvl">
          <ac:chgData name="Hemma Philamore" userId="db50e2f3-17b2-4cc0-b719-fb6254d3e9df" providerId="ADAL" clId="{976AD799-FE43-55CA-A221-11B5AB66B93B}" dt="2026-10-26T14:10:30.327" v="302" actId="20577"/>
          <ac:spMkLst>
            <pc:docMk/>
            <pc:sldMk cId="818822214" sldId="258"/>
            <ac:spMk id="46" creationId="{FA7B7597-0100-DB49-F5FD-4C8F209EF168}"/>
          </ac:spMkLst>
        </pc:spChg>
        <pc:spChg chg="mod topLvl">
          <ac:chgData name="Hemma Philamore" userId="db50e2f3-17b2-4cc0-b719-fb6254d3e9df" providerId="ADAL" clId="{976AD799-FE43-55CA-A221-11B5AB66B93B}" dt="2026-10-26T14:10:20.520" v="297" actId="20577"/>
          <ac:spMkLst>
            <pc:docMk/>
            <pc:sldMk cId="818822214" sldId="258"/>
            <ac:spMk id="47" creationId="{985ED467-F9D2-E3D8-486F-C5B73DE24BEC}"/>
          </ac:spMkLst>
        </pc:spChg>
        <pc:spChg chg="del mod topLvl">
          <ac:chgData name="Hemma Philamore" userId="db50e2f3-17b2-4cc0-b719-fb6254d3e9df" providerId="ADAL" clId="{976AD799-FE43-55CA-A221-11B5AB66B93B}" dt="2026-10-26T14:08:51.817" v="276" actId="478"/>
          <ac:spMkLst>
            <pc:docMk/>
            <pc:sldMk cId="818822214" sldId="258"/>
            <ac:spMk id="48" creationId="{A50920EA-BEF7-BA04-465A-91FC90FDF5D5}"/>
          </ac:spMkLst>
        </pc:spChg>
        <pc:spChg chg="mod topLvl">
          <ac:chgData name="Hemma Philamore" userId="db50e2f3-17b2-4cc0-b719-fb6254d3e9df" providerId="ADAL" clId="{976AD799-FE43-55CA-A221-11B5AB66B93B}" dt="2026-10-26T14:10:27.207" v="300" actId="20577"/>
          <ac:spMkLst>
            <pc:docMk/>
            <pc:sldMk cId="818822214" sldId="258"/>
            <ac:spMk id="49" creationId="{2696082F-1587-CBC0-D621-0D22E15B2350}"/>
          </ac:spMkLst>
        </pc:spChg>
        <pc:spChg chg="del">
          <ac:chgData name="Hemma Philamore" userId="db50e2f3-17b2-4cc0-b719-fb6254d3e9df" providerId="ADAL" clId="{976AD799-FE43-55CA-A221-11B5AB66B93B}" dt="2026-10-26T14:11:47.891" v="324" actId="478"/>
          <ac:spMkLst>
            <pc:docMk/>
            <pc:sldMk cId="818822214" sldId="258"/>
            <ac:spMk id="86" creationId="{A64E81F8-9AFD-AEBD-C138-0E2EEEFEF570}"/>
          </ac:spMkLst>
        </pc:spChg>
        <pc:spChg chg="add mod">
          <ac:chgData name="Hemma Philamore" userId="db50e2f3-17b2-4cc0-b719-fb6254d3e9df" providerId="ADAL" clId="{976AD799-FE43-55CA-A221-11B5AB66B93B}" dt="2026-10-26T14:09:01.467" v="278" actId="1076"/>
          <ac:spMkLst>
            <pc:docMk/>
            <pc:sldMk cId="818822214" sldId="258"/>
            <ac:spMk id="87" creationId="{D1E39551-EB9F-48E5-8BD0-27DD519F263C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88" creationId="{1B379102-956F-C630-2A1D-3B8154491BFD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98" creationId="{5C52D5CC-F625-4F5F-5FE0-054921630E7F}"/>
          </ac:spMkLst>
        </pc:spChg>
        <pc:spChg chg="add mod">
          <ac:chgData name="Hemma Philamore" userId="db50e2f3-17b2-4cc0-b719-fb6254d3e9df" providerId="ADAL" clId="{976AD799-FE43-55CA-A221-11B5AB66B93B}" dt="2026-10-26T14:09:01.467" v="278" actId="1076"/>
          <ac:spMkLst>
            <pc:docMk/>
            <pc:sldMk cId="818822214" sldId="258"/>
            <ac:spMk id="99" creationId="{93638AF1-46D6-09AA-F2C9-480FC5A6A7F6}"/>
          </ac:spMkLst>
        </pc:spChg>
        <pc:spChg chg="add mod">
          <ac:chgData name="Hemma Philamore" userId="db50e2f3-17b2-4cc0-b719-fb6254d3e9df" providerId="ADAL" clId="{976AD799-FE43-55CA-A221-11B5AB66B93B}" dt="2026-10-26T14:09:01.467" v="278" actId="1076"/>
          <ac:spMkLst>
            <pc:docMk/>
            <pc:sldMk cId="818822214" sldId="258"/>
            <ac:spMk id="100" creationId="{2EBD65D6-364C-48C0-08FF-186EC69538CF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1" creationId="{F904DC4D-9F7E-F78D-A308-4A18D42B6A3E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2" creationId="{B31EEC6E-D870-6915-276A-5DB3CD5AC11A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3" creationId="{8B35FF13-F2F2-46A1-36ED-610A37714B79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4" creationId="{475AE8FD-5901-9B93-9142-F719F6D63E9D}"/>
          </ac:spMkLst>
        </pc:spChg>
        <pc:spChg chg="add del mod">
          <ac:chgData name="Hemma Philamore" userId="db50e2f3-17b2-4cc0-b719-fb6254d3e9df" providerId="ADAL" clId="{976AD799-FE43-55CA-A221-11B5AB66B93B}" dt="2026-10-26T14:11:49.514" v="325" actId="478"/>
          <ac:spMkLst>
            <pc:docMk/>
            <pc:sldMk cId="818822214" sldId="258"/>
            <ac:spMk id="105" creationId="{10FFC99D-E1C2-D2DC-6FAB-C80FAB7789A3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6" creationId="{D8899B61-8B8D-95A3-4E9C-FFD41EF5A09F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7" creationId="{82FA24D6-D964-25AF-2A1B-7E46FAC75E74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8" creationId="{A251CB68-F817-4C3B-AECD-DE75AFC10DFB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10" creationId="{1127DE7C-EF36-BB85-89C5-B7BC5B1DFC78}"/>
          </ac:spMkLst>
        </pc:spChg>
        <pc:spChg chg="add mod topLvl">
          <ac:chgData name="Hemma Philamore" userId="db50e2f3-17b2-4cc0-b719-fb6254d3e9df" providerId="ADAL" clId="{976AD799-FE43-55CA-A221-11B5AB66B93B}" dt="2026-10-26T14:12:05.777" v="328" actId="14100"/>
          <ac:spMkLst>
            <pc:docMk/>
            <pc:sldMk cId="818822214" sldId="258"/>
            <ac:spMk id="111" creationId="{C63B4B8F-493B-2448-8664-868D2B4C7003}"/>
          </ac:spMkLst>
        </pc:spChg>
        <pc:spChg chg="add mod topLvl">
          <ac:chgData name="Hemma Philamore" userId="db50e2f3-17b2-4cc0-b719-fb6254d3e9df" providerId="ADAL" clId="{976AD799-FE43-55CA-A221-11B5AB66B93B}" dt="2026-10-26T14:12:05.777" v="328" actId="14100"/>
          <ac:spMkLst>
            <pc:docMk/>
            <pc:sldMk cId="818822214" sldId="258"/>
            <ac:spMk id="112" creationId="{7EE30EA5-128D-9698-1BEA-DA7102282D15}"/>
          </ac:spMkLst>
        </pc:spChg>
        <pc:spChg chg="add mod">
          <ac:chgData name="Hemma Philamore" userId="db50e2f3-17b2-4cc0-b719-fb6254d3e9df" providerId="ADAL" clId="{976AD799-FE43-55CA-A221-11B5AB66B93B}" dt="2026-10-26T14:10:48.440" v="307" actId="20577"/>
          <ac:spMkLst>
            <pc:docMk/>
            <pc:sldMk cId="818822214" sldId="258"/>
            <ac:spMk id="118" creationId="{43132931-2181-0358-9025-FE93DECC5822}"/>
          </ac:spMkLst>
        </pc:spChg>
        <pc:spChg chg="add mod">
          <ac:chgData name="Hemma Philamore" userId="db50e2f3-17b2-4cc0-b719-fb6254d3e9df" providerId="ADAL" clId="{976AD799-FE43-55CA-A221-11B5AB66B93B}" dt="2026-10-26T14:10:55.557" v="311" actId="20577"/>
          <ac:spMkLst>
            <pc:docMk/>
            <pc:sldMk cId="818822214" sldId="258"/>
            <ac:spMk id="119" creationId="{318F769D-6D75-FEF3-8629-50C3B3EEB1A8}"/>
          </ac:spMkLst>
        </pc:spChg>
        <pc:spChg chg="add mod">
          <ac:chgData name="Hemma Philamore" userId="db50e2f3-17b2-4cc0-b719-fb6254d3e9df" providerId="ADAL" clId="{976AD799-FE43-55CA-A221-11B5AB66B93B}" dt="2026-10-26T14:11:02.473" v="315" actId="20577"/>
          <ac:spMkLst>
            <pc:docMk/>
            <pc:sldMk cId="818822214" sldId="258"/>
            <ac:spMk id="120" creationId="{73BA9F1C-4011-3116-9BC8-7808AB74D149}"/>
          </ac:spMkLst>
        </pc:spChg>
        <pc:spChg chg="add mod">
          <ac:chgData name="Hemma Philamore" userId="db50e2f3-17b2-4cc0-b719-fb6254d3e9df" providerId="ADAL" clId="{976AD799-FE43-55CA-A221-11B5AB66B93B}" dt="2026-10-26T14:11:09.559" v="318" actId="20577"/>
          <ac:spMkLst>
            <pc:docMk/>
            <pc:sldMk cId="818822214" sldId="258"/>
            <ac:spMk id="121" creationId="{DC4ACEFF-F814-4908-3FEC-A05988081730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24" creationId="{A13F0B98-D814-9718-9925-D2611AAF5D33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27" creationId="{FA0EAEB6-933C-0344-DB08-6E57355F2543}"/>
          </ac:spMkLst>
        </pc:spChg>
        <pc:spChg chg="add mod">
          <ac:chgData name="Hemma Philamore" userId="db50e2f3-17b2-4cc0-b719-fb6254d3e9df" providerId="ADAL" clId="{976AD799-FE43-55CA-A221-11B5AB66B93B}" dt="2026-10-26T14:12:14.799" v="330" actId="1076"/>
          <ac:spMkLst>
            <pc:docMk/>
            <pc:sldMk cId="818822214" sldId="258"/>
            <ac:spMk id="136" creationId="{40925F2C-3F02-51B7-F32A-7B2C595EA570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38" creationId="{6BDBCF13-8BD8-8619-F8B6-8F1959B8F78C}"/>
          </ac:spMkLst>
        </pc:spChg>
        <pc:spChg chg="mod">
          <ac:chgData name="Hemma Philamore" userId="db50e2f3-17b2-4cc0-b719-fb6254d3e9df" providerId="ADAL" clId="{976AD799-FE43-55CA-A221-11B5AB66B93B}" dt="2026-10-26T14:15:27.489" v="346" actId="207"/>
          <ac:spMkLst>
            <pc:docMk/>
            <pc:sldMk cId="818822214" sldId="258"/>
            <ac:spMk id="139" creationId="{B43BD31F-F83A-5776-2940-6634DB822B8F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2" creationId="{CEAF4C90-AE2C-7827-DCF3-2A271ECD185B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5" creationId="{682D751E-1538-A972-A34E-222CAC8E8C43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7" creationId="{7236C944-3E04-C958-3E18-0DA0EA763104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8" creationId="{FB687C8D-F8B7-55E4-00D4-FCF77A06E4F2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53" creationId="{34D013CB-DB02-4605-84C3-37CF024F87BF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54" creationId="{D94AEBCF-43E1-DC16-2798-C6F633CF38D6}"/>
          </ac:spMkLst>
        </pc:spChg>
        <pc:spChg chg="add mod">
          <ac:chgData name="Hemma Philamore" userId="db50e2f3-17b2-4cc0-b719-fb6254d3e9df" providerId="ADAL" clId="{976AD799-FE43-55CA-A221-11B5AB66B93B}" dt="2026-10-26T14:12:29.672" v="337" actId="207"/>
          <ac:spMkLst>
            <pc:docMk/>
            <pc:sldMk cId="818822214" sldId="258"/>
            <ac:spMk id="157" creationId="{0502A777-EFA5-D949-964E-161252600201}"/>
          </ac:spMkLst>
        </pc:spChg>
        <pc:spChg chg="add mod">
          <ac:chgData name="Hemma Philamore" userId="db50e2f3-17b2-4cc0-b719-fb6254d3e9df" providerId="ADAL" clId="{976AD799-FE43-55CA-A221-11B5AB66B93B}" dt="2026-10-26T14:12:39.720" v="341" actId="20577"/>
          <ac:spMkLst>
            <pc:docMk/>
            <pc:sldMk cId="818822214" sldId="258"/>
            <ac:spMk id="158" creationId="{7B05C46F-4A21-E57B-EF67-C89DE45F63EC}"/>
          </ac:spMkLst>
        </pc:spChg>
        <pc:spChg chg="add mod">
          <ac:chgData name="Hemma Philamore" userId="db50e2f3-17b2-4cc0-b719-fb6254d3e9df" providerId="ADAL" clId="{976AD799-FE43-55CA-A221-11B5AB66B93B}" dt="2026-10-26T14:12:48.298" v="344" actId="20577"/>
          <ac:spMkLst>
            <pc:docMk/>
            <pc:sldMk cId="818822214" sldId="258"/>
            <ac:spMk id="159" creationId="{427A000A-9BA2-4FF6-1BB1-EC4FAF0F5DCA}"/>
          </ac:spMkLst>
        </pc:spChg>
        <pc:grpChg chg="del">
          <ac:chgData name="Hemma Philamore" userId="db50e2f3-17b2-4cc0-b719-fb6254d3e9df" providerId="ADAL" clId="{976AD799-FE43-55CA-A221-11B5AB66B93B}" dt="2026-10-26T14:01:37.096" v="131" actId="478"/>
          <ac:grpSpMkLst>
            <pc:docMk/>
            <pc:sldMk cId="818822214" sldId="258"/>
            <ac:grpSpMk id="4" creationId="{22B12B85-67C8-67AE-6EC9-5721AFCA6E35}"/>
          </ac:grpSpMkLst>
        </pc:grpChg>
        <pc:grpChg chg="del">
          <ac:chgData name="Hemma Philamore" userId="db50e2f3-17b2-4cc0-b719-fb6254d3e9df" providerId="ADAL" clId="{976AD799-FE43-55CA-A221-11B5AB66B93B}" dt="2026-10-26T14:02:00.479" v="143" actId="478"/>
          <ac:grpSpMkLst>
            <pc:docMk/>
            <pc:sldMk cId="818822214" sldId="258"/>
            <ac:grpSpMk id="11" creationId="{540E5583-671A-AB53-F7C1-4C8D6385EB20}"/>
          </ac:grpSpMkLst>
        </pc:grpChg>
        <pc:grpChg chg="del">
          <ac:chgData name="Hemma Philamore" userId="db50e2f3-17b2-4cc0-b719-fb6254d3e9df" providerId="ADAL" clId="{976AD799-FE43-55CA-A221-11B5AB66B93B}" dt="2026-10-26T14:01:52.136" v="141" actId="478"/>
          <ac:grpSpMkLst>
            <pc:docMk/>
            <pc:sldMk cId="818822214" sldId="258"/>
            <ac:grpSpMk id="14" creationId="{FB3D31BC-71B8-BC20-228C-02224D7FCD47}"/>
          </ac:grpSpMkLst>
        </pc:grpChg>
        <pc:grpChg chg="del">
          <ac:chgData name="Hemma Philamore" userId="db50e2f3-17b2-4cc0-b719-fb6254d3e9df" providerId="ADAL" clId="{976AD799-FE43-55CA-A221-11B5AB66B93B}" dt="2026-10-26T14:02:02.304" v="144" actId="478"/>
          <ac:grpSpMkLst>
            <pc:docMk/>
            <pc:sldMk cId="818822214" sldId="258"/>
            <ac:grpSpMk id="17" creationId="{31C4B1DA-162D-55C0-8DC3-72BF4E4F6CB7}"/>
          </ac:grpSpMkLst>
        </pc:grpChg>
        <pc:grpChg chg="del">
          <ac:chgData name="Hemma Philamore" userId="db50e2f3-17b2-4cc0-b719-fb6254d3e9df" providerId="ADAL" clId="{976AD799-FE43-55CA-A221-11B5AB66B93B}" dt="2026-10-26T14:01:49.624" v="140" actId="478"/>
          <ac:grpSpMkLst>
            <pc:docMk/>
            <pc:sldMk cId="818822214" sldId="258"/>
            <ac:grpSpMk id="20" creationId="{F317DAEE-B729-0B48-0D93-60B2EDB14E03}"/>
          </ac:grpSpMkLst>
        </pc:grpChg>
        <pc:grpChg chg="del">
          <ac:chgData name="Hemma Philamore" userId="db50e2f3-17b2-4cc0-b719-fb6254d3e9df" providerId="ADAL" clId="{976AD799-FE43-55CA-A221-11B5AB66B93B}" dt="2026-10-26T14:06:39.283" v="242" actId="478"/>
          <ac:grpSpMkLst>
            <pc:docMk/>
            <pc:sldMk cId="818822214" sldId="258"/>
            <ac:grpSpMk id="83" creationId="{814F435E-6190-F88F-A253-966894EB682F}"/>
          </ac:grpSpMkLst>
        </pc:grpChg>
        <pc:grpChg chg="add del mod">
          <ac:chgData name="Hemma Philamore" userId="db50e2f3-17b2-4cc0-b719-fb6254d3e9df" providerId="ADAL" clId="{976AD799-FE43-55CA-A221-11B5AB66B93B}" dt="2026-10-26T14:12:03.493" v="327" actId="165"/>
          <ac:grpSpMkLst>
            <pc:docMk/>
            <pc:sldMk cId="818822214" sldId="258"/>
            <ac:grpSpMk id="122" creationId="{AEC02C9C-D68C-FCA7-2B3D-1E8961BE3C53}"/>
          </ac:grpSpMkLst>
        </pc:grpChg>
        <pc:grpChg chg="add">
          <ac:chgData name="Hemma Philamore" userId="db50e2f3-17b2-4cc0-b719-fb6254d3e9df" providerId="ADAL" clId="{976AD799-FE43-55CA-A221-11B5AB66B93B}" dt="2026-10-26T14:29:08.554" v="347" actId="164"/>
          <ac:grpSpMkLst>
            <pc:docMk/>
            <pc:sldMk cId="818822214" sldId="258"/>
            <ac:grpSpMk id="160" creationId="{4D364052-1EEB-5527-BCED-6D322E3256DD}"/>
          </ac:grpSpMkLst>
        </pc:grpChg>
        <pc:grpChg chg="add">
          <ac:chgData name="Hemma Philamore" userId="db50e2f3-17b2-4cc0-b719-fb6254d3e9df" providerId="ADAL" clId="{976AD799-FE43-55CA-A221-11B5AB66B93B}" dt="2026-10-26T14:29:15.369" v="348" actId="164"/>
          <ac:grpSpMkLst>
            <pc:docMk/>
            <pc:sldMk cId="818822214" sldId="258"/>
            <ac:grpSpMk id="161" creationId="{5D5FE7F6-109B-74A6-AA89-B1E5CBDBA62B}"/>
          </ac:grpSpMkLst>
        </pc:grpChg>
        <pc:cxnChg chg="add mod">
          <ac:chgData name="Hemma Philamore" userId="db50e2f3-17b2-4cc0-b719-fb6254d3e9df" providerId="ADAL" clId="{976AD799-FE43-55CA-A221-11B5AB66B93B}" dt="2026-10-26T14:08:37.504" v="270" actId="692"/>
          <ac:cxnSpMkLst>
            <pc:docMk/>
            <pc:sldMk cId="818822214" sldId="258"/>
            <ac:cxnSpMk id="28" creationId="{CA1D45DC-2FC8-6888-A955-02E09D868AC1}"/>
          </ac:cxnSpMkLst>
        </pc:cxnChg>
        <pc:cxnChg chg="add del mod">
          <ac:chgData name="Hemma Philamore" userId="db50e2f3-17b2-4cc0-b719-fb6254d3e9df" providerId="ADAL" clId="{976AD799-FE43-55CA-A221-11B5AB66B93B}" dt="2026-10-26T14:09:10.125" v="280" actId="478"/>
          <ac:cxnSpMkLst>
            <pc:docMk/>
            <pc:sldMk cId="818822214" sldId="258"/>
            <ac:cxnSpMk id="30" creationId="{09BF18E2-9024-11E2-149E-97E22F00B8A4}"/>
          </ac:cxnSpMkLst>
        </pc:cxnChg>
        <pc:cxnChg chg="add del mod">
          <ac:chgData name="Hemma Philamore" userId="db50e2f3-17b2-4cc0-b719-fb6254d3e9df" providerId="ADAL" clId="{976AD799-FE43-55CA-A221-11B5AB66B93B}" dt="2026-10-26T14:08:07.553" v="265" actId="478"/>
          <ac:cxnSpMkLst>
            <pc:docMk/>
            <pc:sldMk cId="818822214" sldId="258"/>
            <ac:cxnSpMk id="36" creationId="{90CE0A25-84B8-79BE-E353-4F6F7105A194}"/>
          </ac:cxnSpMkLst>
        </pc:cxnChg>
        <pc:cxnChg chg="add del mod">
          <ac:chgData name="Hemma Philamore" userId="db50e2f3-17b2-4cc0-b719-fb6254d3e9df" providerId="ADAL" clId="{976AD799-FE43-55CA-A221-11B5AB66B93B}" dt="2026-10-26T14:09:12.578" v="282" actId="478"/>
          <ac:cxnSpMkLst>
            <pc:docMk/>
            <pc:sldMk cId="818822214" sldId="258"/>
            <ac:cxnSpMk id="38" creationId="{3A2415BE-8554-E720-F22C-9B68A7D7150C}"/>
          </ac:cxnSpMkLst>
        </pc:cxnChg>
        <pc:cxnChg chg="add del mod">
          <ac:chgData name="Hemma Philamore" userId="db50e2f3-17b2-4cc0-b719-fb6254d3e9df" providerId="ADAL" clId="{976AD799-FE43-55CA-A221-11B5AB66B93B}" dt="2026-10-26T14:09:13.671" v="283" actId="478"/>
          <ac:cxnSpMkLst>
            <pc:docMk/>
            <pc:sldMk cId="818822214" sldId="258"/>
            <ac:cxnSpMk id="40" creationId="{3B4CE793-F989-BB95-0D5B-0F1096030130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57" creationId="{97D9D18C-9E7A-DFA9-FA4F-856527C788E4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58" creationId="{83B53E58-FA90-943D-D75F-C4C2A31E46DF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59" creationId="{8F8A3805-842B-0310-37D7-D619880257CE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0" creationId="{919E8544-4C7E-6947-C932-92AAFD3D8385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1" creationId="{4315371E-7668-80B7-6984-5D28C9F7BAAF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2" creationId="{8B948E47-C221-9FC6-41DF-4BD7D802D186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3" creationId="{88320384-CDE6-5221-6319-04A6E859481C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4" creationId="{CF0341AF-EC0B-683E-488D-A03B26CCA69D}"/>
          </ac:cxnSpMkLst>
        </pc:cxnChg>
        <pc:cxnChg chg="add mod">
          <ac:chgData name="Hemma Philamore" userId="db50e2f3-17b2-4cc0-b719-fb6254d3e9df" providerId="ADAL" clId="{976AD799-FE43-55CA-A221-11B5AB66B93B}" dt="2026-10-26T14:08:37.504" v="270" actId="692"/>
          <ac:cxnSpMkLst>
            <pc:docMk/>
            <pc:sldMk cId="818822214" sldId="258"/>
            <ac:cxnSpMk id="84" creationId="{8953C5E0-1352-304F-E5A4-6E2A0B075BD6}"/>
          </ac:cxnSpMkLst>
        </pc:cxnChg>
        <pc:cxnChg chg="mod topLvl">
          <ac:chgData name="Hemma Philamore" userId="db50e2f3-17b2-4cc0-b719-fb6254d3e9df" providerId="ADAL" clId="{976AD799-FE43-55CA-A221-11B5AB66B93B}" dt="2026-10-26T14:12:10.632" v="329" actId="14100"/>
          <ac:cxnSpMkLst>
            <pc:docMk/>
            <pc:sldMk cId="818822214" sldId="258"/>
            <ac:cxnSpMk id="114" creationId="{A773C88E-CD7F-B8F3-11DA-2E159491D435}"/>
          </ac:cxnSpMkLst>
        </pc:cxnChg>
        <pc:cxnChg chg="mod topLvl">
          <ac:chgData name="Hemma Philamore" userId="db50e2f3-17b2-4cc0-b719-fb6254d3e9df" providerId="ADAL" clId="{976AD799-FE43-55CA-A221-11B5AB66B93B}" dt="2026-10-26T14:12:05.777" v="328" actId="14100"/>
          <ac:cxnSpMkLst>
            <pc:docMk/>
            <pc:sldMk cId="818822214" sldId="258"/>
            <ac:cxnSpMk id="115" creationId="{229B8435-9CC1-145D-9CB1-AFEE2646401D}"/>
          </ac:cxnSpMkLst>
        </pc:cxnChg>
        <pc:cxnChg chg="mod topLvl">
          <ac:chgData name="Hemma Philamore" userId="db50e2f3-17b2-4cc0-b719-fb6254d3e9df" providerId="ADAL" clId="{976AD799-FE43-55CA-A221-11B5AB66B93B}" dt="2026-10-26T14:12:05.777" v="328" actId="14100"/>
          <ac:cxnSpMkLst>
            <pc:docMk/>
            <pc:sldMk cId="818822214" sldId="258"/>
            <ac:cxnSpMk id="116" creationId="{E198A755-DB47-96A1-1380-08FB2A234AA0}"/>
          </ac:cxnSpMkLst>
        </pc:cxnChg>
        <pc:cxnChg chg="mod">
          <ac:chgData name="Hemma Philamore" userId="db50e2f3-17b2-4cc0-b719-fb6254d3e9df" providerId="ADAL" clId="{976AD799-FE43-55CA-A221-11B5AB66B93B}" dt="2026-10-26T14:15:22.353" v="345" actId="208"/>
          <ac:cxnSpMkLst>
            <pc:docMk/>
            <pc:sldMk cId="818822214" sldId="258"/>
            <ac:cxnSpMk id="131" creationId="{698A2297-D560-157C-5E72-B14519BA883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684A5-0A51-CEC8-FCD8-C427E4A18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B289A-D3C2-86D2-0032-F61BEFA4F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B15B1-DE28-19E0-1DD6-7F75890D0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29DFC-D302-7D4D-3DFD-15BB844A4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1300F1-7240-3836-BB9B-969F432D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8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8A6CA-10DF-07A4-AF1D-02C0D194B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9B08E-E067-AD7E-4668-BCDA94536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3D534-C98C-899C-FB26-1CC72BE7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DA68B-59B3-9982-0CCE-4376BA746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F4893-BDF5-9C5D-E193-D3DC1960D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712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E2D1D-45A5-D674-A6C8-712A4DCF6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2400B4-D49C-55E2-17AF-0C2C60481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062FB-FC62-E5C4-2E29-589C17E32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AFCE90-F98D-3CAB-F2D1-284744CF8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326506-BAEE-BF5E-75CC-9F21027B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347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0CA78-0673-2C0B-67B2-804E43DD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0047F-DBB9-9FAE-A5DD-5E5F5B5B17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0FA55-F84E-160A-4698-90FE3DCC8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BD19C9-BCE3-1667-84D3-6FA3B325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37A75-A41D-51BC-1EFB-035ED2E20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85F252-8C9D-3E0B-13E3-84C1AFE34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22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C8B4-8579-76CF-2CBA-74F9DCA25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2D15A8-B44E-0055-D9F8-61D407C45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CEFC2-3697-13C1-D170-F457CCBC0A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516BCA-0A1F-47BF-FB6F-9AB1C1CFB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D4C183-AF7C-4285-E32C-20E7E2738E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4B4487-0054-49D4-2585-09ED1A413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D8E4E6-108B-E903-7CBA-E4175BF3A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5A98B-7092-1747-8AD3-702087B3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710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718C-EC1D-B7F1-1D73-709165821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0D652F-B4DC-3D35-38A9-2D29836D0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85147B-4C1B-5634-C450-2569FF038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BD8AE3-5A8F-97A3-CD08-4D83E6590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0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AD836A-2964-1BA7-3DF0-8AB62E0EB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16690C-41A5-4C1B-981F-BC86B4703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866E-201C-B5E7-FD8F-DAF8C77A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321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B578D-01E5-BFD0-683B-7B451068A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07BC5-D84D-D8D2-4E72-CC6552B21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6DD77A-D36F-F576-E3B3-6BD2B01E75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5C07E-0317-728F-C188-370BEA3A2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A9BA20-88F5-C9D6-545B-1E11FE2D8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FEB56-0398-E2AE-F854-5FD10C715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199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79E1F-D015-4D80-4D60-B2BE86F43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344C1F-5035-21AD-D507-BE36DBCCCF9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17DA4C-2F59-795C-7EB9-F85C05E27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454A5B-A4BC-D8D8-0C01-F384BC70D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B45DC8-AA3B-2508-FC25-D803C58B0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0E7FF-C840-D2AB-334D-1FF545068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FB6BB-68D4-25C0-1622-2A0492271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2BC57-67E6-3D0F-D29B-5BFC9AD0C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3DBCB0-725F-E2A4-44AA-89981FC7C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F3180-3B5B-BA0D-0EE2-2D5222639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40461-9776-B97F-C197-4739E700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005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CE66AE-3AF6-67E1-02CF-5A2A42054B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E48D64-B0CA-EFF6-8337-E8E18E7FC2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46110-390C-0312-D67B-9CE07BFB5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90957-5DCE-8566-5F2D-5D5A873AA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2BD29-3CFD-73E8-AE39-2A0AFE1B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96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AB8BD1-1093-F83B-7D75-C88CB7153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11D946-AF5B-2FCD-DCF4-9F8FE0056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6328F-8F29-D6BC-1E97-91BDE1845C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F4B29-E15B-A327-62C2-3FEA18164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C4C4E-6014-F8B8-B536-D3E9EDFB4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786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reeCodeCamp.org">
            <a:extLst>
              <a:ext uri="{FF2B5EF4-FFF2-40B4-BE49-F238E27FC236}">
                <a16:creationId xmlns:a16="http://schemas.microsoft.com/office/drawing/2014/main" id="{80A49BB3-B88A-50D4-089E-2469C3984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686" y="857922"/>
            <a:ext cx="7772400" cy="4622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318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8514EE9D-8518-14AD-5972-C786FCA2EA6A}"/>
              </a:ext>
            </a:extLst>
          </p:cNvPr>
          <p:cNvGrpSpPr/>
          <p:nvPr/>
        </p:nvGrpSpPr>
        <p:grpSpPr>
          <a:xfrm>
            <a:off x="389238" y="1547037"/>
            <a:ext cx="5324741" cy="3763926"/>
            <a:chOff x="3361038" y="617837"/>
            <a:chExt cx="5324741" cy="376392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FE2233B-7FBB-8424-6C06-C24D31DA81C1}"/>
                </a:ext>
              </a:extLst>
            </p:cNvPr>
            <p:cNvGrpSpPr/>
            <p:nvPr/>
          </p:nvGrpSpPr>
          <p:grpSpPr>
            <a:xfrm>
              <a:off x="5301049" y="617837"/>
              <a:ext cx="900000" cy="900000"/>
              <a:chOff x="5301049" y="617837"/>
              <a:chExt cx="900000" cy="90000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5E68DF-88C0-7BCA-0BA5-5DD49CE5751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CB2330-472E-CDCB-67F9-E39626B57900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548886A-96BF-52B5-31A6-BDEBF76F6385}"/>
                </a:ext>
              </a:extLst>
            </p:cNvPr>
            <p:cNvGrpSpPr/>
            <p:nvPr/>
          </p:nvGrpSpPr>
          <p:grpSpPr>
            <a:xfrm>
              <a:off x="7785779" y="1219952"/>
              <a:ext cx="900000" cy="900000"/>
              <a:chOff x="5301049" y="617837"/>
              <a:chExt cx="900000" cy="90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762A312-AF43-90C1-4C1C-F9633B63FC6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BC3D28-F97B-8633-DCE5-4254DDA6AEDE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E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9A252AC-165A-3F9B-C4F8-D17FFF3E22A0}"/>
                </a:ext>
              </a:extLst>
            </p:cNvPr>
            <p:cNvGrpSpPr/>
            <p:nvPr/>
          </p:nvGrpSpPr>
          <p:grpSpPr>
            <a:xfrm>
              <a:off x="5980671" y="1927384"/>
              <a:ext cx="900000" cy="900000"/>
              <a:chOff x="5301049" y="617837"/>
              <a:chExt cx="900000" cy="900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3A60FE3-EB66-BADD-2F60-8DD668CE2EA2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37B8F53-B50B-5B3E-1BC7-34FBC91335D6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D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F9F1BEA-434F-0810-30A3-F25B63025FBA}"/>
                </a:ext>
              </a:extLst>
            </p:cNvPr>
            <p:cNvGrpSpPr/>
            <p:nvPr/>
          </p:nvGrpSpPr>
          <p:grpSpPr>
            <a:xfrm>
              <a:off x="5392671" y="3481763"/>
              <a:ext cx="900000" cy="900000"/>
              <a:chOff x="5301049" y="617837"/>
              <a:chExt cx="900000" cy="900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67C5FF6-64D8-4DAB-3B53-419F51CC3B0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53009B-AE9B-368D-A518-775E3F132844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C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281D5EB-E060-0F17-3344-CBE9B624FDD8}"/>
                </a:ext>
              </a:extLst>
            </p:cNvPr>
            <p:cNvGrpSpPr/>
            <p:nvPr/>
          </p:nvGrpSpPr>
          <p:grpSpPr>
            <a:xfrm>
              <a:off x="3361038" y="2183780"/>
              <a:ext cx="900000" cy="900000"/>
              <a:chOff x="5301049" y="617837"/>
              <a:chExt cx="900000" cy="900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CB8530E-9F8E-767D-8F6B-F3A3B91F6BE9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C3AE42-2D40-F03A-E264-8A51EAAB3113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B</a:t>
                </a:r>
              </a:p>
            </p:txBody>
          </p:sp>
        </p:grp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F17D19-E17D-2904-AB6B-9B6C9DF324D8}"/>
                </a:ext>
              </a:extLst>
            </p:cNvPr>
            <p:cNvCxnSpPr>
              <a:cxnSpLocks/>
              <a:stCxn id="2" idx="4"/>
              <a:endCxn id="15" idx="1"/>
            </p:cNvCxnSpPr>
            <p:nvPr/>
          </p:nvCxnSpPr>
          <p:spPr>
            <a:xfrm>
              <a:off x="5751049" y="151783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F5DCC2A-9680-6814-1918-EA1BC156D168}"/>
                </a:ext>
              </a:extLst>
            </p:cNvPr>
            <p:cNvCxnSpPr>
              <a:stCxn id="2" idx="3"/>
              <a:endCxn id="21" idx="7"/>
            </p:cNvCxnSpPr>
            <p:nvPr/>
          </p:nvCxnSpPr>
          <p:spPr>
            <a:xfrm flipH="1">
              <a:off x="4129236" y="138603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8BD6AF6-6181-D921-492D-44426DF62BF9}"/>
                </a:ext>
              </a:extLst>
            </p:cNvPr>
            <p:cNvCxnSpPr>
              <a:stCxn id="21" idx="5"/>
              <a:endCxn id="18" idx="2"/>
            </p:cNvCxnSpPr>
            <p:nvPr/>
          </p:nvCxnSpPr>
          <p:spPr>
            <a:xfrm>
              <a:off x="4129236" y="295197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450F3CB-2503-316D-28DB-AB721787D1B3}"/>
                </a:ext>
              </a:extLst>
            </p:cNvPr>
            <p:cNvCxnSpPr>
              <a:stCxn id="21" idx="6"/>
              <a:endCxn id="15" idx="2"/>
            </p:cNvCxnSpPr>
            <p:nvPr/>
          </p:nvCxnSpPr>
          <p:spPr>
            <a:xfrm flipV="1">
              <a:off x="4261038" y="237738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E2EA8F2-A189-F3EF-15EB-E578E8CBD280}"/>
                </a:ext>
              </a:extLst>
            </p:cNvPr>
            <p:cNvCxnSpPr>
              <a:stCxn id="18" idx="7"/>
              <a:endCxn id="15" idx="4"/>
            </p:cNvCxnSpPr>
            <p:nvPr/>
          </p:nvCxnSpPr>
          <p:spPr>
            <a:xfrm flipV="1">
              <a:off x="6160869" y="282738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C49F402-43EE-6764-DB4E-7865F1D2C513}"/>
                </a:ext>
              </a:extLst>
            </p:cNvPr>
            <p:cNvCxnSpPr>
              <a:stCxn id="2" idx="6"/>
              <a:endCxn id="12" idx="2"/>
            </p:cNvCxnSpPr>
            <p:nvPr/>
          </p:nvCxnSpPr>
          <p:spPr>
            <a:xfrm>
              <a:off x="6201049" y="106783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D39A38D-DE5E-B60D-A270-EE8B80E820E0}"/>
                </a:ext>
              </a:extLst>
            </p:cNvPr>
            <p:cNvCxnSpPr>
              <a:stCxn id="15" idx="6"/>
              <a:endCxn id="12" idx="3"/>
            </p:cNvCxnSpPr>
            <p:nvPr/>
          </p:nvCxnSpPr>
          <p:spPr>
            <a:xfrm flipV="1">
              <a:off x="6880671" y="198815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DD3ABB9-215C-7F46-7BB3-3E7BB9129CB2}"/>
                </a:ext>
              </a:extLst>
            </p:cNvPr>
            <p:cNvCxnSpPr>
              <a:stCxn id="18" idx="6"/>
              <a:endCxn id="12" idx="4"/>
            </p:cNvCxnSpPr>
            <p:nvPr/>
          </p:nvCxnSpPr>
          <p:spPr>
            <a:xfrm flipV="1">
              <a:off x="6292671" y="211995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280F66A-C5DF-B06A-D5B2-FC23D54D9721}"/>
                </a:ext>
              </a:extLst>
            </p:cNvPr>
            <p:cNvSpPr txBox="1"/>
            <p:nvPr/>
          </p:nvSpPr>
          <p:spPr>
            <a:xfrm>
              <a:off x="4208498" y="1444452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DB1FE20-A60F-6456-2EA4-CFB0985EDE7E}"/>
                </a:ext>
              </a:extLst>
            </p:cNvPr>
            <p:cNvSpPr txBox="1"/>
            <p:nvPr/>
          </p:nvSpPr>
          <p:spPr>
            <a:xfrm>
              <a:off x="5833415" y="148594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0.4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2C820C4-1195-83DF-FAF9-AA69ED4CB263}"/>
                </a:ext>
              </a:extLst>
            </p:cNvPr>
            <p:cNvSpPr txBox="1"/>
            <p:nvPr/>
          </p:nvSpPr>
          <p:spPr>
            <a:xfrm>
              <a:off x="5723226" y="292349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0.5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1AEBA05-F7AB-B768-C8B9-93BA9CBE0A8A}"/>
                </a:ext>
              </a:extLst>
            </p:cNvPr>
            <p:cNvSpPr txBox="1"/>
            <p:nvPr/>
          </p:nvSpPr>
          <p:spPr>
            <a:xfrm>
              <a:off x="4129236" y="3429000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AFC3E06-82EB-AD07-E560-4156CE8BEB88}"/>
                </a:ext>
              </a:extLst>
            </p:cNvPr>
            <p:cNvSpPr txBox="1"/>
            <p:nvPr/>
          </p:nvSpPr>
          <p:spPr>
            <a:xfrm>
              <a:off x="4775389" y="2049004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2.1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4C83C3D-47FF-7CE2-0F79-500AF1226B9C}"/>
                </a:ext>
              </a:extLst>
            </p:cNvPr>
            <p:cNvSpPr txBox="1"/>
            <p:nvPr/>
          </p:nvSpPr>
          <p:spPr>
            <a:xfrm>
              <a:off x="6765307" y="907229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2.4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F741BD2-A0B5-3958-A8A1-0ABC2C83DA14}"/>
                </a:ext>
              </a:extLst>
            </p:cNvPr>
            <p:cNvSpPr txBox="1"/>
            <p:nvPr/>
          </p:nvSpPr>
          <p:spPr>
            <a:xfrm>
              <a:off x="7071672" y="311615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3.5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FC379B7-B3D4-5673-5313-C081D9B9D5CB}"/>
                </a:ext>
              </a:extLst>
            </p:cNvPr>
            <p:cNvSpPr txBox="1"/>
            <p:nvPr/>
          </p:nvSpPr>
          <p:spPr>
            <a:xfrm>
              <a:off x="6948089" y="178336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1.6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E3E862B-EC4E-D899-6C72-0F337C65CFA8}"/>
              </a:ext>
            </a:extLst>
          </p:cNvPr>
          <p:cNvGrpSpPr/>
          <p:nvPr/>
        </p:nvGrpSpPr>
        <p:grpSpPr>
          <a:xfrm>
            <a:off x="6778203" y="1681017"/>
            <a:ext cx="5324741" cy="3763926"/>
            <a:chOff x="6778203" y="1681017"/>
            <a:chExt cx="5324741" cy="3763926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66CA4761-265E-AE3D-67D0-B05F52BC94AD}"/>
                </a:ext>
              </a:extLst>
            </p:cNvPr>
            <p:cNvGrpSpPr/>
            <p:nvPr/>
          </p:nvGrpSpPr>
          <p:grpSpPr>
            <a:xfrm>
              <a:off x="8718214" y="1681017"/>
              <a:ext cx="900000" cy="900000"/>
              <a:chOff x="5301049" y="617837"/>
              <a:chExt cx="900000" cy="90000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62B062E8-6A18-E4FC-9714-44750A88A6CF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42EFCCB-C722-D037-E92D-5DDAE6FF1F53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</a:t>
                </a: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FB87369B-31AC-1E9D-6AF3-29011888FC8D}"/>
                </a:ext>
              </a:extLst>
            </p:cNvPr>
            <p:cNvGrpSpPr/>
            <p:nvPr/>
          </p:nvGrpSpPr>
          <p:grpSpPr>
            <a:xfrm>
              <a:off x="11202944" y="2283132"/>
              <a:ext cx="900000" cy="900000"/>
              <a:chOff x="5301049" y="617837"/>
              <a:chExt cx="900000" cy="900000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819959C-1BAC-F2E4-26B8-50FF374FA024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3842637B-7641-80A8-1947-5B5FCC89D38F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E</a:t>
                </a:r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A2B977F-5D55-5417-E097-282D4950B31F}"/>
                </a:ext>
              </a:extLst>
            </p:cNvPr>
            <p:cNvGrpSpPr/>
            <p:nvPr/>
          </p:nvGrpSpPr>
          <p:grpSpPr>
            <a:xfrm>
              <a:off x="9397836" y="2990564"/>
              <a:ext cx="900000" cy="900000"/>
              <a:chOff x="5301049" y="617837"/>
              <a:chExt cx="900000" cy="900000"/>
            </a:xfrm>
          </p:grpSpPr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42089C7F-1638-72F5-BF5D-1EF822FC0842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C5E6FED-C71C-0F83-8C43-2834596C7BFC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D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8FCB656-144B-4F10-A6A0-BE4140D9EFD7}"/>
                </a:ext>
              </a:extLst>
            </p:cNvPr>
            <p:cNvGrpSpPr/>
            <p:nvPr/>
          </p:nvGrpSpPr>
          <p:grpSpPr>
            <a:xfrm>
              <a:off x="8809836" y="4544943"/>
              <a:ext cx="900000" cy="900000"/>
              <a:chOff x="5301049" y="617837"/>
              <a:chExt cx="900000" cy="900000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75F786A5-C8E6-B261-9F66-1EB00C96E9B1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FDF5FA5D-3404-9EBE-AE3E-1F1395A7BEC5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C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4D876DC0-AC9E-156C-3B1B-A6A411ED2003}"/>
                </a:ext>
              </a:extLst>
            </p:cNvPr>
            <p:cNvGrpSpPr/>
            <p:nvPr/>
          </p:nvGrpSpPr>
          <p:grpSpPr>
            <a:xfrm>
              <a:off x="6778203" y="3246960"/>
              <a:ext cx="900000" cy="900000"/>
              <a:chOff x="5301049" y="617837"/>
              <a:chExt cx="900000" cy="900000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BB93420E-C721-AD83-8E86-AF2EB0FD8D00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EF9715-80A1-85A5-4194-C211DA0BDDBD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B</a:t>
                </a:r>
              </a:p>
            </p:txBody>
          </p:sp>
        </p:grp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6957C566-F96A-4DE6-DDCE-CB325C3C7D8A}"/>
                </a:ext>
              </a:extLst>
            </p:cNvPr>
            <p:cNvCxnSpPr>
              <a:cxnSpLocks/>
              <a:stCxn id="81" idx="4"/>
              <a:endCxn id="77" idx="1"/>
            </p:cNvCxnSpPr>
            <p:nvPr/>
          </p:nvCxnSpPr>
          <p:spPr>
            <a:xfrm>
              <a:off x="9168214" y="258101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F34B316-B77D-9802-4078-B49B45DF96E2}"/>
                </a:ext>
              </a:extLst>
            </p:cNvPr>
            <p:cNvCxnSpPr>
              <a:stCxn id="81" idx="3"/>
              <a:endCxn id="73" idx="7"/>
            </p:cNvCxnSpPr>
            <p:nvPr/>
          </p:nvCxnSpPr>
          <p:spPr>
            <a:xfrm flipH="1">
              <a:off x="7546401" y="244921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2AC1474-887E-E314-2F60-30E8366EEEFE}"/>
                </a:ext>
              </a:extLst>
            </p:cNvPr>
            <p:cNvCxnSpPr>
              <a:stCxn id="73" idx="5"/>
              <a:endCxn id="75" idx="2"/>
            </p:cNvCxnSpPr>
            <p:nvPr/>
          </p:nvCxnSpPr>
          <p:spPr>
            <a:xfrm>
              <a:off x="7546401" y="401515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4EA36A74-7441-63CA-3FB3-55E7F79A9629}"/>
                </a:ext>
              </a:extLst>
            </p:cNvPr>
            <p:cNvCxnSpPr>
              <a:stCxn id="73" idx="6"/>
              <a:endCxn id="77" idx="2"/>
            </p:cNvCxnSpPr>
            <p:nvPr/>
          </p:nvCxnSpPr>
          <p:spPr>
            <a:xfrm flipV="1">
              <a:off x="7678203" y="344056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33A6AD9F-C91E-5E9B-48AB-4C7077EF6BA0}"/>
                </a:ext>
              </a:extLst>
            </p:cNvPr>
            <p:cNvCxnSpPr>
              <a:stCxn id="75" idx="7"/>
              <a:endCxn id="77" idx="4"/>
            </p:cNvCxnSpPr>
            <p:nvPr/>
          </p:nvCxnSpPr>
          <p:spPr>
            <a:xfrm flipV="1">
              <a:off x="9578034" y="389056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B3EF5C-AE4C-026A-0CF2-4282F8575303}"/>
                </a:ext>
              </a:extLst>
            </p:cNvPr>
            <p:cNvCxnSpPr>
              <a:stCxn id="81" idx="6"/>
              <a:endCxn id="79" idx="2"/>
            </p:cNvCxnSpPr>
            <p:nvPr/>
          </p:nvCxnSpPr>
          <p:spPr>
            <a:xfrm>
              <a:off x="9618214" y="213101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368791-B2A6-AE31-30A6-E7559DBE0F5A}"/>
                </a:ext>
              </a:extLst>
            </p:cNvPr>
            <p:cNvCxnSpPr>
              <a:stCxn id="77" idx="6"/>
              <a:endCxn id="79" idx="3"/>
            </p:cNvCxnSpPr>
            <p:nvPr/>
          </p:nvCxnSpPr>
          <p:spPr>
            <a:xfrm flipV="1">
              <a:off x="10297836" y="305133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5DDD1F9-0891-E960-B6A7-8F33D641961A}"/>
                </a:ext>
              </a:extLst>
            </p:cNvPr>
            <p:cNvCxnSpPr>
              <a:stCxn id="75" idx="6"/>
              <a:endCxn id="79" idx="4"/>
            </p:cNvCxnSpPr>
            <p:nvPr/>
          </p:nvCxnSpPr>
          <p:spPr>
            <a:xfrm flipV="1">
              <a:off x="9709836" y="318313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8735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A6373-43CB-1300-2270-EA23ACB8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roup 159">
            <a:extLst>
              <a:ext uri="{FF2B5EF4-FFF2-40B4-BE49-F238E27FC236}">
                <a16:creationId xmlns:a16="http://schemas.microsoft.com/office/drawing/2014/main" id="{4D364052-1EEB-5527-BCED-6D322E3256DD}"/>
              </a:ext>
            </a:extLst>
          </p:cNvPr>
          <p:cNvGrpSpPr/>
          <p:nvPr/>
        </p:nvGrpSpPr>
        <p:grpSpPr>
          <a:xfrm>
            <a:off x="340654" y="1547037"/>
            <a:ext cx="5566118" cy="5061909"/>
            <a:chOff x="340654" y="1547037"/>
            <a:chExt cx="5566118" cy="5061909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1166DCA7-BE25-075C-C4EB-C3A91B2B4558}"/>
                </a:ext>
              </a:extLst>
            </p:cNvPr>
            <p:cNvSpPr/>
            <p:nvPr/>
          </p:nvSpPr>
          <p:spPr>
            <a:xfrm>
              <a:off x="2329249" y="1547037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D0FB3C7-9C73-BC39-5690-7EFF4A2894AF}"/>
                </a:ext>
              </a:extLst>
            </p:cNvPr>
            <p:cNvSpPr/>
            <p:nvPr/>
          </p:nvSpPr>
          <p:spPr>
            <a:xfrm>
              <a:off x="4813979" y="2149152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75391DC-F7E3-F41D-1365-DF93FA2D0B76}"/>
                </a:ext>
              </a:extLst>
            </p:cNvPr>
            <p:cNvSpPr/>
            <p:nvPr/>
          </p:nvSpPr>
          <p:spPr>
            <a:xfrm>
              <a:off x="3008871" y="2856584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B009A0A-1C4C-CCAF-7B85-986E3BB01521}"/>
                </a:ext>
              </a:extLst>
            </p:cNvPr>
            <p:cNvSpPr/>
            <p:nvPr/>
          </p:nvSpPr>
          <p:spPr>
            <a:xfrm>
              <a:off x="2420871" y="4410963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2B9B986-9CBD-1052-25FD-39E6133B2A70}"/>
                </a:ext>
              </a:extLst>
            </p:cNvPr>
            <p:cNvSpPr/>
            <p:nvPr/>
          </p:nvSpPr>
          <p:spPr>
            <a:xfrm>
              <a:off x="389238" y="3112980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D4AD028-B45C-7240-B848-03DD6DFFDD15}"/>
                </a:ext>
              </a:extLst>
            </p:cNvPr>
            <p:cNvCxnSpPr>
              <a:cxnSpLocks/>
              <a:stCxn id="2" idx="4"/>
              <a:endCxn id="15" idx="1"/>
            </p:cNvCxnSpPr>
            <p:nvPr/>
          </p:nvCxnSpPr>
          <p:spPr>
            <a:xfrm>
              <a:off x="2779249" y="244703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17E67DB-911F-85A9-47F9-376C6FC16C8F}"/>
                </a:ext>
              </a:extLst>
            </p:cNvPr>
            <p:cNvCxnSpPr>
              <a:stCxn id="2" idx="3"/>
              <a:endCxn id="21" idx="7"/>
            </p:cNvCxnSpPr>
            <p:nvPr/>
          </p:nvCxnSpPr>
          <p:spPr>
            <a:xfrm flipH="1">
              <a:off x="1157436" y="231523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023F93-997F-509B-29E8-B21353E65C5D}"/>
                </a:ext>
              </a:extLst>
            </p:cNvPr>
            <p:cNvCxnSpPr>
              <a:stCxn id="21" idx="5"/>
              <a:endCxn id="18" idx="2"/>
            </p:cNvCxnSpPr>
            <p:nvPr/>
          </p:nvCxnSpPr>
          <p:spPr>
            <a:xfrm>
              <a:off x="1157436" y="388117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D031B61-CDE5-F452-54EF-DA12162E65B1}"/>
                </a:ext>
              </a:extLst>
            </p:cNvPr>
            <p:cNvCxnSpPr>
              <a:stCxn id="21" idx="6"/>
              <a:endCxn id="15" idx="2"/>
            </p:cNvCxnSpPr>
            <p:nvPr/>
          </p:nvCxnSpPr>
          <p:spPr>
            <a:xfrm flipV="1">
              <a:off x="1289238" y="330658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627860C-C4B1-734D-6D60-BF1D0F266A27}"/>
                </a:ext>
              </a:extLst>
            </p:cNvPr>
            <p:cNvCxnSpPr>
              <a:stCxn id="18" idx="7"/>
              <a:endCxn id="15" idx="4"/>
            </p:cNvCxnSpPr>
            <p:nvPr/>
          </p:nvCxnSpPr>
          <p:spPr>
            <a:xfrm flipV="1">
              <a:off x="3189069" y="375658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69DBA2F-D07A-05F2-1FDD-BF5026FBF626}"/>
                </a:ext>
              </a:extLst>
            </p:cNvPr>
            <p:cNvCxnSpPr>
              <a:stCxn id="2" idx="6"/>
              <a:endCxn id="12" idx="2"/>
            </p:cNvCxnSpPr>
            <p:nvPr/>
          </p:nvCxnSpPr>
          <p:spPr>
            <a:xfrm>
              <a:off x="3229249" y="199703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1786D18-D8D7-BB75-8A0B-4D00C6F21888}"/>
                </a:ext>
              </a:extLst>
            </p:cNvPr>
            <p:cNvCxnSpPr>
              <a:stCxn id="15" idx="6"/>
              <a:endCxn id="12" idx="3"/>
            </p:cNvCxnSpPr>
            <p:nvPr/>
          </p:nvCxnSpPr>
          <p:spPr>
            <a:xfrm flipV="1">
              <a:off x="3908871" y="291735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FF6FED4-331C-D24F-28E0-687D757C026E}"/>
                </a:ext>
              </a:extLst>
            </p:cNvPr>
            <p:cNvCxnSpPr>
              <a:stCxn id="18" idx="6"/>
              <a:endCxn id="12" idx="4"/>
            </p:cNvCxnSpPr>
            <p:nvPr/>
          </p:nvCxnSpPr>
          <p:spPr>
            <a:xfrm flipV="1">
              <a:off x="3320871" y="304915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004EF6-E142-1614-EE3B-1100C1965C40}"/>
                </a:ext>
              </a:extLst>
            </p:cNvPr>
            <p:cNvSpPr txBox="1"/>
            <p:nvPr/>
          </p:nvSpPr>
          <p:spPr>
            <a:xfrm>
              <a:off x="1236698" y="2373652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A06994E-FB0B-7B1B-7212-5CABC63777CF}"/>
                </a:ext>
              </a:extLst>
            </p:cNvPr>
            <p:cNvSpPr txBox="1"/>
            <p:nvPr/>
          </p:nvSpPr>
          <p:spPr>
            <a:xfrm>
              <a:off x="2861615" y="241514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8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426A36C-9368-D130-7B58-77E95C4566DD}"/>
                </a:ext>
              </a:extLst>
            </p:cNvPr>
            <p:cNvSpPr txBox="1"/>
            <p:nvPr/>
          </p:nvSpPr>
          <p:spPr>
            <a:xfrm>
              <a:off x="2751426" y="385269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6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A7B7597-0100-DB49-F5FD-4C8F209EF168}"/>
                </a:ext>
              </a:extLst>
            </p:cNvPr>
            <p:cNvSpPr txBox="1"/>
            <p:nvPr/>
          </p:nvSpPr>
          <p:spPr>
            <a:xfrm>
              <a:off x="1803589" y="2978204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85ED467-F9D2-E3D8-486F-C5B73DE24BEC}"/>
                </a:ext>
              </a:extLst>
            </p:cNvPr>
            <p:cNvSpPr txBox="1"/>
            <p:nvPr/>
          </p:nvSpPr>
          <p:spPr>
            <a:xfrm>
              <a:off x="3793507" y="1836429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20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696082F-1587-CBC0-D621-0D22E15B2350}"/>
                </a:ext>
              </a:extLst>
            </p:cNvPr>
            <p:cNvSpPr txBox="1"/>
            <p:nvPr/>
          </p:nvSpPr>
          <p:spPr>
            <a:xfrm>
              <a:off x="3976289" y="271256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15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8068F53-98F4-86A2-1022-96C32A264124}"/>
                </a:ext>
              </a:extLst>
            </p:cNvPr>
            <p:cNvSpPr txBox="1"/>
            <p:nvPr/>
          </p:nvSpPr>
          <p:spPr>
            <a:xfrm>
              <a:off x="2405110" y="1806488"/>
              <a:ext cx="7781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Alden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E0F47BF-4885-964F-0D60-B4639C8A9BE6}"/>
                </a:ext>
              </a:extLst>
            </p:cNvPr>
            <p:cNvSpPr txBox="1"/>
            <p:nvPr/>
          </p:nvSpPr>
          <p:spPr>
            <a:xfrm>
              <a:off x="4791118" y="2414486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Brinford</a:t>
              </a:r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D8E25D-1B4C-F9BC-6D09-A03B452EEF3D}"/>
                </a:ext>
              </a:extLst>
            </p:cNvPr>
            <p:cNvSpPr txBox="1"/>
            <p:nvPr/>
          </p:nvSpPr>
          <p:spPr>
            <a:xfrm>
              <a:off x="2438398" y="4703218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Caster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633738-F0B1-A4FD-DA17-78FA70ED5802}"/>
                </a:ext>
              </a:extLst>
            </p:cNvPr>
            <p:cNvSpPr txBox="1"/>
            <p:nvPr/>
          </p:nvSpPr>
          <p:spPr>
            <a:xfrm>
              <a:off x="3016860" y="3152566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Dunvor</a:t>
              </a:r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3FA04A2-A263-3D7E-6B3B-5A206D134AA4}"/>
                </a:ext>
              </a:extLst>
            </p:cNvPr>
            <p:cNvSpPr txBox="1"/>
            <p:nvPr/>
          </p:nvSpPr>
          <p:spPr>
            <a:xfrm>
              <a:off x="340654" y="3365565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Fenwick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1322C6-5D34-34D5-158F-F28376BB0BAC}"/>
                </a:ext>
              </a:extLst>
            </p:cNvPr>
            <p:cNvSpPr/>
            <p:nvPr/>
          </p:nvSpPr>
          <p:spPr>
            <a:xfrm>
              <a:off x="2294772" y="5708946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6A178C-C437-313B-ED62-CE951E3F45F1}"/>
                </a:ext>
              </a:extLst>
            </p:cNvPr>
            <p:cNvSpPr txBox="1"/>
            <p:nvPr/>
          </p:nvSpPr>
          <p:spPr>
            <a:xfrm>
              <a:off x="2361665" y="5999514"/>
              <a:ext cx="9592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Elwick</a:t>
              </a:r>
              <a:endParaRPr lang="en-US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1D45DC-2FC8-6888-A955-02E09D868AC1}"/>
                </a:ext>
              </a:extLst>
            </p:cNvPr>
            <p:cNvCxnSpPr>
              <a:stCxn id="21" idx="4"/>
              <a:endCxn id="10" idx="1"/>
            </p:cNvCxnSpPr>
            <p:nvPr/>
          </p:nvCxnSpPr>
          <p:spPr>
            <a:xfrm>
              <a:off x="839238" y="4012980"/>
              <a:ext cx="1587336" cy="1827768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953C5E0-1352-304F-E5A4-6E2A0B075BD6}"/>
                </a:ext>
              </a:extLst>
            </p:cNvPr>
            <p:cNvCxnSpPr>
              <a:stCxn id="10" idx="0"/>
              <a:endCxn id="18" idx="4"/>
            </p:cNvCxnSpPr>
            <p:nvPr/>
          </p:nvCxnSpPr>
          <p:spPr>
            <a:xfrm flipV="1">
              <a:off x="2744772" y="5310963"/>
              <a:ext cx="126099" cy="397983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3132931-2181-0358-9025-FE93DECC5822}"/>
                </a:ext>
              </a:extLst>
            </p:cNvPr>
            <p:cNvSpPr txBox="1"/>
            <p:nvPr/>
          </p:nvSpPr>
          <p:spPr>
            <a:xfrm>
              <a:off x="4002504" y="406921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32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18F769D-6D75-FEF3-8629-50C3B3EEB1A8}"/>
                </a:ext>
              </a:extLst>
            </p:cNvPr>
            <p:cNvSpPr txBox="1"/>
            <p:nvPr/>
          </p:nvSpPr>
          <p:spPr>
            <a:xfrm>
              <a:off x="1675864" y="4012980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24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3BA9F1C-4011-3116-9BC8-7808AB74D149}"/>
                </a:ext>
              </a:extLst>
            </p:cNvPr>
            <p:cNvSpPr txBox="1"/>
            <p:nvPr/>
          </p:nvSpPr>
          <p:spPr>
            <a:xfrm>
              <a:off x="1054410" y="481072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41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DC4ACEFF-F814-4908-3FEC-A05988081730}"/>
                </a:ext>
              </a:extLst>
            </p:cNvPr>
            <p:cNvSpPr txBox="1"/>
            <p:nvPr/>
          </p:nvSpPr>
          <p:spPr>
            <a:xfrm>
              <a:off x="2719756" y="5332563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5</a:t>
              </a:r>
            </a:p>
          </p:txBody>
        </p: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1DE3FE3B-4B7F-9012-3351-08A6C2E2D45D}"/>
              </a:ext>
            </a:extLst>
          </p:cNvPr>
          <p:cNvSpPr txBox="1"/>
          <p:nvPr/>
        </p:nvSpPr>
        <p:spPr>
          <a:xfrm>
            <a:off x="6570805" y="3356801"/>
            <a:ext cx="1115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Fenwick</a:t>
            </a: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5D5FE7F6-109B-74A6-AA89-B1E5CBDBA62B}"/>
              </a:ext>
            </a:extLst>
          </p:cNvPr>
          <p:cNvGrpSpPr/>
          <p:nvPr/>
        </p:nvGrpSpPr>
        <p:grpSpPr>
          <a:xfrm>
            <a:off x="6619389" y="241176"/>
            <a:ext cx="5517534" cy="6359006"/>
            <a:chOff x="6619389" y="241176"/>
            <a:chExt cx="5517534" cy="6359006"/>
          </a:xfrm>
        </p:grpSpPr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C63B4B8F-493B-2448-8664-868D2B4C7003}"/>
                </a:ext>
              </a:extLst>
            </p:cNvPr>
            <p:cNvSpPr/>
            <p:nvPr/>
          </p:nvSpPr>
          <p:spPr>
            <a:xfrm>
              <a:off x="8455414" y="241176"/>
              <a:ext cx="900000" cy="900000"/>
            </a:xfrm>
            <a:prstGeom prst="ellipse">
              <a:avLst/>
            </a:prstGeom>
            <a:noFill/>
            <a:ln w="3810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7EE30EA5-128D-9698-1BEA-DA7102282D15}"/>
                </a:ext>
              </a:extLst>
            </p:cNvPr>
            <p:cNvSpPr txBox="1"/>
            <p:nvPr/>
          </p:nvSpPr>
          <p:spPr>
            <a:xfrm>
              <a:off x="8486816" y="506510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Glenby</a:t>
              </a: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773C88E-CD7F-B8F3-11DA-2E159491D435}"/>
                </a:ext>
              </a:extLst>
            </p:cNvPr>
            <p:cNvCxnSpPr>
              <a:cxnSpLocks/>
              <a:stCxn id="111" idx="2"/>
              <a:endCxn id="127" idx="0"/>
            </p:cNvCxnSpPr>
            <p:nvPr/>
          </p:nvCxnSpPr>
          <p:spPr>
            <a:xfrm flipH="1">
              <a:off x="7069389" y="691176"/>
              <a:ext cx="1386025" cy="241304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229B8435-9CC1-145D-9CB1-AFEE2646401D}"/>
                </a:ext>
              </a:extLst>
            </p:cNvPr>
            <p:cNvCxnSpPr>
              <a:cxnSpLocks/>
              <a:stCxn id="111" idx="5"/>
              <a:endCxn id="124" idx="1"/>
            </p:cNvCxnSpPr>
            <p:nvPr/>
          </p:nvCxnSpPr>
          <p:spPr>
            <a:xfrm>
              <a:off x="9223612" y="1009374"/>
              <a:ext cx="1952320" cy="126281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E198A755-DB47-96A1-1380-08FB2A234AA0}"/>
                </a:ext>
              </a:extLst>
            </p:cNvPr>
            <p:cNvCxnSpPr>
              <a:cxnSpLocks/>
              <a:endCxn id="111" idx="4"/>
            </p:cNvCxnSpPr>
            <p:nvPr/>
          </p:nvCxnSpPr>
          <p:spPr>
            <a:xfrm flipH="1" flipV="1">
              <a:off x="8905414" y="1141176"/>
              <a:ext cx="46032" cy="384099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4365B91A-6F0A-7165-93D9-A7BAA77C22B9}"/>
                </a:ext>
              </a:extLst>
            </p:cNvPr>
            <p:cNvSpPr/>
            <p:nvPr/>
          </p:nvSpPr>
          <p:spPr>
            <a:xfrm>
              <a:off x="8559400" y="1538273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A13F0B98-D814-9718-9925-D2611AAF5D33}"/>
                </a:ext>
              </a:extLst>
            </p:cNvPr>
            <p:cNvSpPr/>
            <p:nvPr/>
          </p:nvSpPr>
          <p:spPr>
            <a:xfrm>
              <a:off x="11044130" y="2140388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1DA5C821-403F-D821-2B0A-AE1E8AC72B3E}"/>
                </a:ext>
              </a:extLst>
            </p:cNvPr>
            <p:cNvSpPr/>
            <p:nvPr/>
          </p:nvSpPr>
          <p:spPr>
            <a:xfrm>
              <a:off x="9239022" y="2847820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4843A57-934C-3A1F-0951-0A55E54A53F6}"/>
                </a:ext>
              </a:extLst>
            </p:cNvPr>
            <p:cNvSpPr/>
            <p:nvPr/>
          </p:nvSpPr>
          <p:spPr>
            <a:xfrm>
              <a:off x="8651022" y="4402199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FA0EAEB6-933C-0344-DB08-6E57355F2543}"/>
                </a:ext>
              </a:extLst>
            </p:cNvPr>
            <p:cNvSpPr/>
            <p:nvPr/>
          </p:nvSpPr>
          <p:spPr>
            <a:xfrm>
              <a:off x="6619389" y="3104216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93FA48F9-71C2-9120-04B5-92B03A894FBB}"/>
                </a:ext>
              </a:extLst>
            </p:cNvPr>
            <p:cNvCxnSpPr>
              <a:cxnSpLocks/>
              <a:stCxn id="123" idx="4"/>
              <a:endCxn id="125" idx="1"/>
            </p:cNvCxnSpPr>
            <p:nvPr/>
          </p:nvCxnSpPr>
          <p:spPr>
            <a:xfrm>
              <a:off x="9009400" y="2438273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DFCCE19-5A7E-8716-3E1C-4DB01E1B5384}"/>
                </a:ext>
              </a:extLst>
            </p:cNvPr>
            <p:cNvCxnSpPr>
              <a:stCxn id="123" idx="3"/>
              <a:endCxn id="127" idx="7"/>
            </p:cNvCxnSpPr>
            <p:nvPr/>
          </p:nvCxnSpPr>
          <p:spPr>
            <a:xfrm flipH="1">
              <a:off x="7387587" y="2306471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30817B24-7AAA-538F-1942-884C5054C71D}"/>
                </a:ext>
              </a:extLst>
            </p:cNvPr>
            <p:cNvCxnSpPr>
              <a:stCxn id="127" idx="5"/>
              <a:endCxn id="126" idx="2"/>
            </p:cNvCxnSpPr>
            <p:nvPr/>
          </p:nvCxnSpPr>
          <p:spPr>
            <a:xfrm>
              <a:off x="7387587" y="3872414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698A2297-D560-157C-5E72-B14519BA8839}"/>
                </a:ext>
              </a:extLst>
            </p:cNvPr>
            <p:cNvCxnSpPr>
              <a:stCxn id="127" idx="6"/>
              <a:endCxn id="125" idx="2"/>
            </p:cNvCxnSpPr>
            <p:nvPr/>
          </p:nvCxnSpPr>
          <p:spPr>
            <a:xfrm flipV="1">
              <a:off x="7519389" y="3297820"/>
              <a:ext cx="1719633" cy="256396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7DC3E761-80DA-4C87-F209-D4482C580FCC}"/>
                </a:ext>
              </a:extLst>
            </p:cNvPr>
            <p:cNvCxnSpPr>
              <a:stCxn id="126" idx="7"/>
              <a:endCxn id="125" idx="4"/>
            </p:cNvCxnSpPr>
            <p:nvPr/>
          </p:nvCxnSpPr>
          <p:spPr>
            <a:xfrm flipV="1">
              <a:off x="9419220" y="3747820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72913842-4EBC-B4EC-6E90-D6F7683223BF}"/>
                </a:ext>
              </a:extLst>
            </p:cNvPr>
            <p:cNvCxnSpPr>
              <a:stCxn id="123" idx="6"/>
              <a:endCxn id="124" idx="2"/>
            </p:cNvCxnSpPr>
            <p:nvPr/>
          </p:nvCxnSpPr>
          <p:spPr>
            <a:xfrm>
              <a:off x="9459400" y="1988273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3E0193B-2D0C-349E-DCD1-A7CF5DBF665F}"/>
                </a:ext>
              </a:extLst>
            </p:cNvPr>
            <p:cNvCxnSpPr>
              <a:stCxn id="125" idx="6"/>
              <a:endCxn id="124" idx="3"/>
            </p:cNvCxnSpPr>
            <p:nvPr/>
          </p:nvCxnSpPr>
          <p:spPr>
            <a:xfrm flipV="1">
              <a:off x="10139022" y="2908586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AAE12599-E5EB-E67A-8166-0EE4346D419C}"/>
                </a:ext>
              </a:extLst>
            </p:cNvPr>
            <p:cNvCxnSpPr>
              <a:stCxn id="126" idx="6"/>
              <a:endCxn id="124" idx="4"/>
            </p:cNvCxnSpPr>
            <p:nvPr/>
          </p:nvCxnSpPr>
          <p:spPr>
            <a:xfrm flipV="1">
              <a:off x="9551022" y="3040388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40925F2C-3F02-51B7-F32A-7B2C595EA570}"/>
                </a:ext>
              </a:extLst>
            </p:cNvPr>
            <p:cNvSpPr txBox="1"/>
            <p:nvPr/>
          </p:nvSpPr>
          <p:spPr>
            <a:xfrm>
              <a:off x="7520393" y="2441874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12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689C637E-4DD6-DEC8-7294-CE2B309EA958}"/>
                </a:ext>
              </a:extLst>
            </p:cNvPr>
            <p:cNvSpPr txBox="1"/>
            <p:nvPr/>
          </p:nvSpPr>
          <p:spPr>
            <a:xfrm>
              <a:off x="9091766" y="240638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8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6BDBCF13-8BD8-8619-F8B6-8F1959B8F78C}"/>
                </a:ext>
              </a:extLst>
            </p:cNvPr>
            <p:cNvSpPr txBox="1"/>
            <p:nvPr/>
          </p:nvSpPr>
          <p:spPr>
            <a:xfrm>
              <a:off x="8981577" y="3843927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6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B43BD31F-F83A-5776-2940-6634DB822B8F}"/>
                </a:ext>
              </a:extLst>
            </p:cNvPr>
            <p:cNvSpPr txBox="1"/>
            <p:nvPr/>
          </p:nvSpPr>
          <p:spPr>
            <a:xfrm>
              <a:off x="8033740" y="2969440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BBFF215E-564A-F5E9-A9AC-1B9BED88CEAD}"/>
                </a:ext>
              </a:extLst>
            </p:cNvPr>
            <p:cNvSpPr txBox="1"/>
            <p:nvPr/>
          </p:nvSpPr>
          <p:spPr>
            <a:xfrm>
              <a:off x="10023658" y="182766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20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F144E1CC-D36A-DEA3-5C93-D21FC0674635}"/>
                </a:ext>
              </a:extLst>
            </p:cNvPr>
            <p:cNvSpPr txBox="1"/>
            <p:nvPr/>
          </p:nvSpPr>
          <p:spPr>
            <a:xfrm>
              <a:off x="10206440" y="270380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15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EAF4C90-AE2C-7827-DCF3-2A271ECD185B}"/>
                </a:ext>
              </a:extLst>
            </p:cNvPr>
            <p:cNvSpPr txBox="1"/>
            <p:nvPr/>
          </p:nvSpPr>
          <p:spPr>
            <a:xfrm>
              <a:off x="8635261" y="1797724"/>
              <a:ext cx="7781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Alden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A13BB8CC-11D2-8E6B-E02E-86FA62612A81}"/>
                </a:ext>
              </a:extLst>
            </p:cNvPr>
            <p:cNvSpPr txBox="1"/>
            <p:nvPr/>
          </p:nvSpPr>
          <p:spPr>
            <a:xfrm>
              <a:off x="11021269" y="2405722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Brinford</a:t>
              </a:r>
              <a:endParaRPr lang="en-US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BFAB6CE-45C4-BD24-108C-F395F700BD8A}"/>
                </a:ext>
              </a:extLst>
            </p:cNvPr>
            <p:cNvSpPr txBox="1"/>
            <p:nvPr/>
          </p:nvSpPr>
          <p:spPr>
            <a:xfrm>
              <a:off x="8668549" y="4694454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Caster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682D751E-1538-A972-A34E-222CAC8E8C43}"/>
                </a:ext>
              </a:extLst>
            </p:cNvPr>
            <p:cNvSpPr txBox="1"/>
            <p:nvPr/>
          </p:nvSpPr>
          <p:spPr>
            <a:xfrm>
              <a:off x="9247011" y="3143802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Dunvor</a:t>
              </a:r>
              <a:endParaRPr lang="en-US" dirty="0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7236C944-3E04-C958-3E18-0DA0EA763104}"/>
                </a:ext>
              </a:extLst>
            </p:cNvPr>
            <p:cNvSpPr/>
            <p:nvPr/>
          </p:nvSpPr>
          <p:spPr>
            <a:xfrm>
              <a:off x="8524923" y="5700182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FB687C8D-F8B7-55E4-00D4-FCF77A06E4F2}"/>
                </a:ext>
              </a:extLst>
            </p:cNvPr>
            <p:cNvSpPr txBox="1"/>
            <p:nvPr/>
          </p:nvSpPr>
          <p:spPr>
            <a:xfrm>
              <a:off x="8591816" y="5990750"/>
              <a:ext cx="9592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Elwick</a:t>
              </a:r>
              <a:endParaRPr lang="en-US" dirty="0"/>
            </a:p>
          </p:txBody>
        </p: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2C33D758-1C23-41A5-9456-B61787FCBB2F}"/>
                </a:ext>
              </a:extLst>
            </p:cNvPr>
            <p:cNvCxnSpPr>
              <a:stCxn id="127" idx="4"/>
              <a:endCxn id="147" idx="1"/>
            </p:cNvCxnSpPr>
            <p:nvPr/>
          </p:nvCxnSpPr>
          <p:spPr>
            <a:xfrm>
              <a:off x="7069389" y="4004216"/>
              <a:ext cx="1587336" cy="1827768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89E130D5-873A-605A-DF74-A99838AC16BA}"/>
                </a:ext>
              </a:extLst>
            </p:cNvPr>
            <p:cNvCxnSpPr>
              <a:stCxn id="147" idx="0"/>
              <a:endCxn id="126" idx="4"/>
            </p:cNvCxnSpPr>
            <p:nvPr/>
          </p:nvCxnSpPr>
          <p:spPr>
            <a:xfrm flipV="1">
              <a:off x="8974923" y="5302199"/>
              <a:ext cx="126099" cy="397983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9EA62054-7215-EA59-42B3-FDBBCB76E24F}"/>
                </a:ext>
              </a:extLst>
            </p:cNvPr>
            <p:cNvSpPr txBox="1"/>
            <p:nvPr/>
          </p:nvSpPr>
          <p:spPr>
            <a:xfrm>
              <a:off x="10232655" y="4060447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32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E5624463-9495-5D64-59CE-1B5C9ABBD0E3}"/>
                </a:ext>
              </a:extLst>
            </p:cNvPr>
            <p:cNvSpPr txBox="1"/>
            <p:nvPr/>
          </p:nvSpPr>
          <p:spPr>
            <a:xfrm>
              <a:off x="7906015" y="4004216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24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34D013CB-DB02-4605-84C3-37CF024F87BF}"/>
                </a:ext>
              </a:extLst>
            </p:cNvPr>
            <p:cNvSpPr txBox="1"/>
            <p:nvPr/>
          </p:nvSpPr>
          <p:spPr>
            <a:xfrm>
              <a:off x="7284561" y="480196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41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D94AEBCF-43E1-DC16-2798-C6F633CF38D6}"/>
                </a:ext>
              </a:extLst>
            </p:cNvPr>
            <p:cNvSpPr txBox="1"/>
            <p:nvPr/>
          </p:nvSpPr>
          <p:spPr>
            <a:xfrm>
              <a:off x="8949907" y="5323799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5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0502A777-EFA5-D949-964E-161252600201}"/>
                </a:ext>
              </a:extLst>
            </p:cNvPr>
            <p:cNvSpPr txBox="1"/>
            <p:nvPr/>
          </p:nvSpPr>
          <p:spPr>
            <a:xfrm>
              <a:off x="7209219" y="1507280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35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7B05C46F-4A21-E57B-EF67-C89DE45F63EC}"/>
                </a:ext>
              </a:extLst>
            </p:cNvPr>
            <p:cNvSpPr txBox="1"/>
            <p:nvPr/>
          </p:nvSpPr>
          <p:spPr>
            <a:xfrm>
              <a:off x="10051478" y="1250142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27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427A000A-9BA2-4FF6-1BB1-EC4FAF0F5DCA}"/>
                </a:ext>
              </a:extLst>
            </p:cNvPr>
            <p:cNvSpPr txBox="1"/>
            <p:nvPr/>
          </p:nvSpPr>
          <p:spPr>
            <a:xfrm>
              <a:off x="8824034" y="106893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8822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4375</TotalTime>
  <Words>54</Words>
  <Application>Microsoft Macintosh PowerPoint</Application>
  <PresentationFormat>Widescreen</PresentationFormat>
  <Paragraphs>54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Hemma Philamore</dc:creator>
  <cp:lastModifiedBy>Hemma Philamore</cp:lastModifiedBy>
  <cp:revision>1</cp:revision>
  <dcterms:created xsi:type="dcterms:W3CDTF">2026-10-23T13:33:27Z</dcterms:created>
  <dcterms:modified xsi:type="dcterms:W3CDTF">2026-10-26T14:29:18Z</dcterms:modified>
</cp:coreProperties>
</file>