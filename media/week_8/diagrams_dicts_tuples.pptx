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639"/>
    <p:restoredTop sz="94606"/>
  </p:normalViewPr>
  <p:slideViewPr>
    <p:cSldViewPr snapToGrid="0">
      <p:cViewPr varScale="1">
        <p:scale>
          <a:sx n="51" d="100"/>
          <a:sy n="51" d="100"/>
        </p:scale>
        <p:origin x="232" y="1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mma Philamore" userId="db50e2f3-17b2-4cc0-b719-fb6254d3e9df" providerId="ADAL" clId="{976AD799-FE43-55CA-A221-11B5AB66B93B}"/>
    <pc:docChg chg="undo custSel addSld modSld">
      <pc:chgData name="Hemma Philamore" userId="db50e2f3-17b2-4cc0-b719-fb6254d3e9df" providerId="ADAL" clId="{976AD799-FE43-55CA-A221-11B5AB66B93B}" dt="2026-10-26T12:00:48.260" v="129" actId="164"/>
      <pc:docMkLst>
        <pc:docMk/>
      </pc:docMkLst>
      <pc:sldChg chg="addSp delSp modSp new mod">
        <pc:chgData name="Hemma Philamore" userId="db50e2f3-17b2-4cc0-b719-fb6254d3e9df" providerId="ADAL" clId="{976AD799-FE43-55CA-A221-11B5AB66B93B}" dt="2026-10-26T12:00:48.260" v="129" actId="164"/>
        <pc:sldMkLst>
          <pc:docMk/>
          <pc:sldMk cId="918735867" sldId="257"/>
        </pc:sldMkLst>
        <pc:spChg chg="add mod">
          <ac:chgData name="Hemma Philamore" userId="db50e2f3-17b2-4cc0-b719-fb6254d3e9df" providerId="ADAL" clId="{976AD799-FE43-55CA-A221-11B5AB66B93B}" dt="2026-10-26T11:34:41.275" v="22" actId="14100"/>
          <ac:spMkLst>
            <pc:docMk/>
            <pc:sldMk cId="918735867" sldId="257"/>
            <ac:spMk id="2" creationId="{D45E68DF-88C0-7BCA-0BA5-5DD49CE5751A}"/>
          </ac:spMkLst>
        </pc:spChg>
        <pc:spChg chg="add mod">
          <ac:chgData name="Hemma Philamore" userId="db50e2f3-17b2-4cc0-b719-fb6254d3e9df" providerId="ADAL" clId="{976AD799-FE43-55CA-A221-11B5AB66B93B}" dt="2026-10-26T11:34:47.560" v="24" actId="14100"/>
          <ac:spMkLst>
            <pc:docMk/>
            <pc:sldMk cId="918735867" sldId="257"/>
            <ac:spMk id="3" creationId="{F8CB2330-472E-CDCB-67F9-E39626B57900}"/>
          </ac:spMkLst>
        </pc:spChg>
        <pc:spChg chg="mod">
          <ac:chgData name="Hemma Philamore" userId="db50e2f3-17b2-4cc0-b719-fb6254d3e9df" providerId="ADAL" clId="{976AD799-FE43-55CA-A221-11B5AB66B93B}" dt="2026-10-26T11:34:59.667" v="28" actId="113"/>
          <ac:spMkLst>
            <pc:docMk/>
            <pc:sldMk cId="918735867" sldId="257"/>
            <ac:spMk id="6" creationId="{86EFCCEF-DBBC-D96C-6D0F-7F646E888C51}"/>
          </ac:spMkLst>
        </pc:spChg>
        <pc:spChg chg="mod">
          <ac:chgData name="Hemma Philamore" userId="db50e2f3-17b2-4cc0-b719-fb6254d3e9df" providerId="ADAL" clId="{976AD799-FE43-55CA-A221-11B5AB66B93B}" dt="2026-10-26T11:34:59.667" v="28" actId="113"/>
          <ac:spMkLst>
            <pc:docMk/>
            <pc:sldMk cId="918735867" sldId="257"/>
            <ac:spMk id="7" creationId="{CFF61D96-A3E3-1AEC-D049-ADFAB8B2F642}"/>
          </ac:spMkLst>
        </pc:spChg>
        <pc:spChg chg="mod">
          <ac:chgData name="Hemma Philamore" userId="db50e2f3-17b2-4cc0-b719-fb6254d3e9df" providerId="ADAL" clId="{976AD799-FE43-55CA-A221-11B5AB66B93B}" dt="2026-10-26T11:35:02.106" v="29"/>
          <ac:spMkLst>
            <pc:docMk/>
            <pc:sldMk cId="918735867" sldId="257"/>
            <ac:spMk id="9" creationId="{976FC995-98AD-BC43-AD9B-B4CE8765314A}"/>
          </ac:spMkLst>
        </pc:spChg>
        <pc:spChg chg="mod">
          <ac:chgData name="Hemma Philamore" userId="db50e2f3-17b2-4cc0-b719-fb6254d3e9df" providerId="ADAL" clId="{976AD799-FE43-55CA-A221-11B5AB66B93B}" dt="2026-10-26T11:35:33.243" v="43" actId="20577"/>
          <ac:spMkLst>
            <pc:docMk/>
            <pc:sldMk cId="918735867" sldId="257"/>
            <ac:spMk id="10" creationId="{78328FDD-E186-976F-D324-CD15327ECFD2}"/>
          </ac:spMkLst>
        </pc:spChg>
        <pc:spChg chg="mod">
          <ac:chgData name="Hemma Philamore" userId="db50e2f3-17b2-4cc0-b719-fb6254d3e9df" providerId="ADAL" clId="{976AD799-FE43-55CA-A221-11B5AB66B93B}" dt="2026-10-26T11:35:02.394" v="30"/>
          <ac:spMkLst>
            <pc:docMk/>
            <pc:sldMk cId="918735867" sldId="257"/>
            <ac:spMk id="12" creationId="{F762A312-AF43-90C1-4C1C-F9633B63FC6A}"/>
          </ac:spMkLst>
        </pc:spChg>
        <pc:spChg chg="mod">
          <ac:chgData name="Hemma Philamore" userId="db50e2f3-17b2-4cc0-b719-fb6254d3e9df" providerId="ADAL" clId="{976AD799-FE43-55CA-A221-11B5AB66B93B}" dt="2026-10-26T11:35:27.394" v="41" actId="20577"/>
          <ac:spMkLst>
            <pc:docMk/>
            <pc:sldMk cId="918735867" sldId="257"/>
            <ac:spMk id="13" creationId="{2BBC3D28-F97B-8633-DCE5-4254DDA6AEDE}"/>
          </ac:spMkLst>
        </pc:spChg>
        <pc:spChg chg="mod">
          <ac:chgData name="Hemma Philamore" userId="db50e2f3-17b2-4cc0-b719-fb6254d3e9df" providerId="ADAL" clId="{976AD799-FE43-55CA-A221-11B5AB66B93B}" dt="2026-10-26T11:35:02.611" v="31"/>
          <ac:spMkLst>
            <pc:docMk/>
            <pc:sldMk cId="918735867" sldId="257"/>
            <ac:spMk id="15" creationId="{13A60FE3-EB66-BADD-2F60-8DD668CE2EA2}"/>
          </ac:spMkLst>
        </pc:spChg>
        <pc:spChg chg="mod">
          <ac:chgData name="Hemma Philamore" userId="db50e2f3-17b2-4cc0-b719-fb6254d3e9df" providerId="ADAL" clId="{976AD799-FE43-55CA-A221-11B5AB66B93B}" dt="2026-10-26T11:35:20.202" v="39" actId="20577"/>
          <ac:spMkLst>
            <pc:docMk/>
            <pc:sldMk cId="918735867" sldId="257"/>
            <ac:spMk id="16" creationId="{F37B8F53-B50B-5B3E-1BC7-34FBC91335D6}"/>
          </ac:spMkLst>
        </pc:spChg>
        <pc:spChg chg="mod">
          <ac:chgData name="Hemma Philamore" userId="db50e2f3-17b2-4cc0-b719-fb6254d3e9df" providerId="ADAL" clId="{976AD799-FE43-55CA-A221-11B5AB66B93B}" dt="2026-10-26T11:35:02.838" v="32"/>
          <ac:spMkLst>
            <pc:docMk/>
            <pc:sldMk cId="918735867" sldId="257"/>
            <ac:spMk id="18" creationId="{067C5FF6-64D8-4DAB-3B53-419F51CC3B0A}"/>
          </ac:spMkLst>
        </pc:spChg>
        <pc:spChg chg="mod">
          <ac:chgData name="Hemma Philamore" userId="db50e2f3-17b2-4cc0-b719-fb6254d3e9df" providerId="ADAL" clId="{976AD799-FE43-55CA-A221-11B5AB66B93B}" dt="2026-10-26T11:35:13.019" v="37" actId="20577"/>
          <ac:spMkLst>
            <pc:docMk/>
            <pc:sldMk cId="918735867" sldId="257"/>
            <ac:spMk id="19" creationId="{C053009B-AE9B-368D-A518-775E3F132844}"/>
          </ac:spMkLst>
        </pc:spChg>
        <pc:spChg chg="mod">
          <ac:chgData name="Hemma Philamore" userId="db50e2f3-17b2-4cc0-b719-fb6254d3e9df" providerId="ADAL" clId="{976AD799-FE43-55CA-A221-11B5AB66B93B}" dt="2026-10-26T11:35:03.081" v="33"/>
          <ac:spMkLst>
            <pc:docMk/>
            <pc:sldMk cId="918735867" sldId="257"/>
            <ac:spMk id="21" creationId="{8CB8530E-9F8E-767D-8F6B-F3A3B91F6BE9}"/>
          </ac:spMkLst>
        </pc:spChg>
        <pc:spChg chg="mod">
          <ac:chgData name="Hemma Philamore" userId="db50e2f3-17b2-4cc0-b719-fb6254d3e9df" providerId="ADAL" clId="{976AD799-FE43-55CA-A221-11B5AB66B93B}" dt="2026-10-26T11:35:07.468" v="35" actId="20577"/>
          <ac:spMkLst>
            <pc:docMk/>
            <pc:sldMk cId="918735867" sldId="257"/>
            <ac:spMk id="22" creationId="{5BC3AE42-2D40-F03A-E264-8A51EAAB3113}"/>
          </ac:spMkLst>
        </pc:spChg>
        <pc:spChg chg="add mod">
          <ac:chgData name="Hemma Philamore" userId="db50e2f3-17b2-4cc0-b719-fb6254d3e9df" providerId="ADAL" clId="{976AD799-FE43-55CA-A221-11B5AB66B93B}" dt="2026-10-26T11:38:02.209" v="79" actId="1076"/>
          <ac:spMkLst>
            <pc:docMk/>
            <pc:sldMk cId="918735867" sldId="257"/>
            <ac:spMk id="42" creationId="{5280F66A-C5DF-B06A-D5B2-FC23D54D9721}"/>
          </ac:spMkLst>
        </pc:spChg>
        <pc:spChg chg="add mod">
          <ac:chgData name="Hemma Philamore" userId="db50e2f3-17b2-4cc0-b719-fb6254d3e9df" providerId="ADAL" clId="{976AD799-FE43-55CA-A221-11B5AB66B93B}" dt="2026-10-26T11:38:10.659" v="84" actId="20577"/>
          <ac:spMkLst>
            <pc:docMk/>
            <pc:sldMk cId="918735867" sldId="257"/>
            <ac:spMk id="43" creationId="{7DB1FE20-A60F-6456-2EA4-CFB0985EDE7E}"/>
          </ac:spMkLst>
        </pc:spChg>
        <pc:spChg chg="add mod">
          <ac:chgData name="Hemma Philamore" userId="db50e2f3-17b2-4cc0-b719-fb6254d3e9df" providerId="ADAL" clId="{976AD799-FE43-55CA-A221-11B5AB66B93B}" dt="2026-10-26T11:38:22.737" v="89" actId="20577"/>
          <ac:spMkLst>
            <pc:docMk/>
            <pc:sldMk cId="918735867" sldId="257"/>
            <ac:spMk id="44" creationId="{F2C820C4-1195-83DF-FAF9-AA69ED4CB263}"/>
          </ac:spMkLst>
        </pc:spChg>
        <pc:spChg chg="add mod">
          <ac:chgData name="Hemma Philamore" userId="db50e2f3-17b2-4cc0-b719-fb6254d3e9df" providerId="ADAL" clId="{976AD799-FE43-55CA-A221-11B5AB66B93B}" dt="2026-10-26T11:38:34.930" v="95" actId="1076"/>
          <ac:spMkLst>
            <pc:docMk/>
            <pc:sldMk cId="918735867" sldId="257"/>
            <ac:spMk id="45" creationId="{61AEBA05-F7AB-B768-C8B9-93BA9CBE0A8A}"/>
          </ac:spMkLst>
        </pc:spChg>
        <pc:spChg chg="add mod">
          <ac:chgData name="Hemma Philamore" userId="db50e2f3-17b2-4cc0-b719-fb6254d3e9df" providerId="ADAL" clId="{976AD799-FE43-55CA-A221-11B5AB66B93B}" dt="2026-10-26T11:38:41.609" v="100" actId="20577"/>
          <ac:spMkLst>
            <pc:docMk/>
            <pc:sldMk cId="918735867" sldId="257"/>
            <ac:spMk id="46" creationId="{EAFC3E06-82EB-AD07-E560-4156CE8BEB88}"/>
          </ac:spMkLst>
        </pc:spChg>
        <pc:spChg chg="add mod">
          <ac:chgData name="Hemma Philamore" userId="db50e2f3-17b2-4cc0-b719-fb6254d3e9df" providerId="ADAL" clId="{976AD799-FE43-55CA-A221-11B5AB66B93B}" dt="2026-10-26T11:38:52.041" v="104" actId="20577"/>
          <ac:spMkLst>
            <pc:docMk/>
            <pc:sldMk cId="918735867" sldId="257"/>
            <ac:spMk id="47" creationId="{14C83C3D-47FF-7CE2-0F79-500AF1226B9C}"/>
          </ac:spMkLst>
        </pc:spChg>
        <pc:spChg chg="add mod">
          <ac:chgData name="Hemma Philamore" userId="db50e2f3-17b2-4cc0-b719-fb6254d3e9df" providerId="ADAL" clId="{976AD799-FE43-55CA-A221-11B5AB66B93B}" dt="2026-10-26T11:39:01.104" v="109" actId="20577"/>
          <ac:spMkLst>
            <pc:docMk/>
            <pc:sldMk cId="918735867" sldId="257"/>
            <ac:spMk id="48" creationId="{6F741BD2-A0B5-3958-A8A1-0ABC2C83DA14}"/>
          </ac:spMkLst>
        </pc:spChg>
        <pc:spChg chg="add mod">
          <ac:chgData name="Hemma Philamore" userId="db50e2f3-17b2-4cc0-b719-fb6254d3e9df" providerId="ADAL" clId="{976AD799-FE43-55CA-A221-11B5AB66B93B}" dt="2026-10-26T11:39:10.364" v="114" actId="20577"/>
          <ac:spMkLst>
            <pc:docMk/>
            <pc:sldMk cId="918735867" sldId="257"/>
            <ac:spMk id="49" creationId="{0FC379B7-B3D4-5673-5313-C081D9B9D5CB}"/>
          </ac:spMkLst>
        </pc:spChg>
        <pc:spChg chg="del mod topLvl">
          <ac:chgData name="Hemma Philamore" userId="db50e2f3-17b2-4cc0-b719-fb6254d3e9df" providerId="ADAL" clId="{976AD799-FE43-55CA-A221-11B5AB66B93B}" dt="2026-10-26T12:00:31.532" v="121" actId="478"/>
          <ac:spMkLst>
            <pc:docMk/>
            <pc:sldMk cId="918735867" sldId="257"/>
            <ac:spMk id="65" creationId="{2C8361F8-A209-D32D-5AC9-2DE64ED885B8}"/>
          </ac:spMkLst>
        </pc:spChg>
        <pc:spChg chg="del mod topLvl">
          <ac:chgData name="Hemma Philamore" userId="db50e2f3-17b2-4cc0-b719-fb6254d3e9df" providerId="ADAL" clId="{976AD799-FE43-55CA-A221-11B5AB66B93B}" dt="2026-10-26T12:00:36.035" v="124" actId="478"/>
          <ac:spMkLst>
            <pc:docMk/>
            <pc:sldMk cId="918735867" sldId="257"/>
            <ac:spMk id="66" creationId="{C3400A2A-AD19-27A3-96C4-2A9636C8102C}"/>
          </ac:spMkLst>
        </pc:spChg>
        <pc:spChg chg="del topLvl">
          <ac:chgData name="Hemma Philamore" userId="db50e2f3-17b2-4cc0-b719-fb6254d3e9df" providerId="ADAL" clId="{976AD799-FE43-55CA-A221-11B5AB66B93B}" dt="2026-10-26T12:00:42.724" v="128" actId="478"/>
          <ac:spMkLst>
            <pc:docMk/>
            <pc:sldMk cId="918735867" sldId="257"/>
            <ac:spMk id="67" creationId="{5C2C1936-6FAC-D61F-7B08-242387CB124A}"/>
          </ac:spMkLst>
        </pc:spChg>
        <pc:spChg chg="del mod topLvl">
          <ac:chgData name="Hemma Philamore" userId="db50e2f3-17b2-4cc0-b719-fb6254d3e9df" providerId="ADAL" clId="{976AD799-FE43-55CA-A221-11B5AB66B93B}" dt="2026-10-26T12:00:28.699" v="120" actId="478"/>
          <ac:spMkLst>
            <pc:docMk/>
            <pc:sldMk cId="918735867" sldId="257"/>
            <ac:spMk id="68" creationId="{3F76E099-EC64-7DF3-8891-2F46304CA5A6}"/>
          </ac:spMkLst>
        </pc:spChg>
        <pc:spChg chg="del mod topLvl">
          <ac:chgData name="Hemma Philamore" userId="db50e2f3-17b2-4cc0-b719-fb6254d3e9df" providerId="ADAL" clId="{976AD799-FE43-55CA-A221-11B5AB66B93B}" dt="2026-10-26T12:00:34.418" v="123" actId="478"/>
          <ac:spMkLst>
            <pc:docMk/>
            <pc:sldMk cId="918735867" sldId="257"/>
            <ac:spMk id="69" creationId="{11351722-FD5B-3044-1141-EDCC295C4C23}"/>
          </ac:spMkLst>
        </pc:spChg>
        <pc:spChg chg="del topLvl">
          <ac:chgData name="Hemma Philamore" userId="db50e2f3-17b2-4cc0-b719-fb6254d3e9df" providerId="ADAL" clId="{976AD799-FE43-55CA-A221-11B5AB66B93B}" dt="2026-10-26T12:00:37.541" v="125" actId="478"/>
          <ac:spMkLst>
            <pc:docMk/>
            <pc:sldMk cId="918735867" sldId="257"/>
            <ac:spMk id="70" creationId="{33511C53-600C-B90A-19F2-9A8F17113E0D}"/>
          </ac:spMkLst>
        </pc:spChg>
        <pc:spChg chg="del topLvl">
          <ac:chgData name="Hemma Philamore" userId="db50e2f3-17b2-4cc0-b719-fb6254d3e9df" providerId="ADAL" clId="{976AD799-FE43-55CA-A221-11B5AB66B93B}" dt="2026-10-26T12:00:40.675" v="127" actId="478"/>
          <ac:spMkLst>
            <pc:docMk/>
            <pc:sldMk cId="918735867" sldId="257"/>
            <ac:spMk id="71" creationId="{7A75BC0D-469E-9B1D-F9B0-4E7CC73C6C16}"/>
          </ac:spMkLst>
        </pc:spChg>
        <pc:spChg chg="del mod topLvl">
          <ac:chgData name="Hemma Philamore" userId="db50e2f3-17b2-4cc0-b719-fb6254d3e9df" providerId="ADAL" clId="{976AD799-FE43-55CA-A221-11B5AB66B93B}" dt="2026-10-26T12:00:39.124" v="126" actId="478"/>
          <ac:spMkLst>
            <pc:docMk/>
            <pc:sldMk cId="918735867" sldId="257"/>
            <ac:spMk id="72" creationId="{716238A2-0DB5-1E15-E69B-FE5F45A90CA6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74" creationId="{87EF9715-80A1-85A5-4194-C211DA0BDDBD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75" creationId="{75F786A5-C8E6-B261-9F66-1EB00C96E9B1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77" creationId="{42089C7F-1638-72F5-BF5D-1EF822FC0842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78" creationId="{DC5E6FED-C71C-0F83-8C43-2834596C7BFC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82" creationId="{F42EFCCB-C722-D037-E92D-5DDAE6FF1F53}"/>
          </ac:spMkLst>
        </pc:spChg>
        <pc:grpChg chg="add">
          <ac:chgData name="Hemma Philamore" userId="db50e2f3-17b2-4cc0-b719-fb6254d3e9df" providerId="ADAL" clId="{976AD799-FE43-55CA-A221-11B5AB66B93B}" dt="2026-10-26T11:34:54.253" v="25" actId="164"/>
          <ac:grpSpMkLst>
            <pc:docMk/>
            <pc:sldMk cId="918735867" sldId="257"/>
            <ac:grpSpMk id="4" creationId="{CFE2233B-7FBB-8424-6C06-C24D31DA81C1}"/>
          </ac:grpSpMkLst>
        </pc:grpChg>
        <pc:grpChg chg="add del mod">
          <ac:chgData name="Hemma Philamore" userId="db50e2f3-17b2-4cc0-b719-fb6254d3e9df" providerId="ADAL" clId="{976AD799-FE43-55CA-A221-11B5AB66B93B}" dt="2026-10-26T11:35:48.837" v="47" actId="478"/>
          <ac:grpSpMkLst>
            <pc:docMk/>
            <pc:sldMk cId="918735867" sldId="257"/>
            <ac:grpSpMk id="5" creationId="{DE7AA199-311C-9D20-7A42-7F2AB76FAD40}"/>
          </ac:grpSpMkLst>
        </pc:grpChg>
        <pc:grpChg chg="add del mod">
          <ac:chgData name="Hemma Philamore" userId="db50e2f3-17b2-4cc0-b719-fb6254d3e9df" providerId="ADAL" clId="{976AD799-FE43-55CA-A221-11B5AB66B93B}" dt="2026-10-26T11:35:53.064" v="49" actId="478"/>
          <ac:grpSpMkLst>
            <pc:docMk/>
            <pc:sldMk cId="918735867" sldId="257"/>
            <ac:grpSpMk id="8" creationId="{FC8AE0B3-4C13-CB7E-8EE8-ED454A9D9B76}"/>
          </ac:grpSpMkLst>
        </pc:grpChg>
        <pc:grpChg chg="add mod">
          <ac:chgData name="Hemma Philamore" userId="db50e2f3-17b2-4cc0-b719-fb6254d3e9df" providerId="ADAL" clId="{976AD799-FE43-55CA-A221-11B5AB66B93B}" dt="2026-10-26T11:35:52.312" v="48" actId="1076"/>
          <ac:grpSpMkLst>
            <pc:docMk/>
            <pc:sldMk cId="918735867" sldId="257"/>
            <ac:grpSpMk id="11" creationId="{B548886A-96BF-52B5-31A6-BDEBF76F6385}"/>
          </ac:grpSpMkLst>
        </pc:grpChg>
        <pc:grpChg chg="add mod">
          <ac:chgData name="Hemma Philamore" userId="db50e2f3-17b2-4cc0-b719-fb6254d3e9df" providerId="ADAL" clId="{976AD799-FE43-55CA-A221-11B5AB66B93B}" dt="2026-10-26T11:36:21.179" v="53" actId="1076"/>
          <ac:grpSpMkLst>
            <pc:docMk/>
            <pc:sldMk cId="918735867" sldId="257"/>
            <ac:grpSpMk id="14" creationId="{39A252AC-165A-3F9B-C4F8-D17FFF3E22A0}"/>
          </ac:grpSpMkLst>
        </pc:grpChg>
        <pc:grpChg chg="add mod">
          <ac:chgData name="Hemma Philamore" userId="db50e2f3-17b2-4cc0-b719-fb6254d3e9df" providerId="ADAL" clId="{976AD799-FE43-55CA-A221-11B5AB66B93B}" dt="2026-10-26T11:35:46.768" v="46" actId="1076"/>
          <ac:grpSpMkLst>
            <pc:docMk/>
            <pc:sldMk cId="918735867" sldId="257"/>
            <ac:grpSpMk id="17" creationId="{1F9F1BEA-434F-0810-30A3-F25B63025FBA}"/>
          </ac:grpSpMkLst>
        </pc:grpChg>
        <pc:grpChg chg="add mod">
          <ac:chgData name="Hemma Philamore" userId="db50e2f3-17b2-4cc0-b719-fb6254d3e9df" providerId="ADAL" clId="{976AD799-FE43-55CA-A221-11B5AB66B93B}" dt="2026-10-26T11:35:05.386" v="34" actId="1076"/>
          <ac:grpSpMkLst>
            <pc:docMk/>
            <pc:sldMk cId="918735867" sldId="257"/>
            <ac:grpSpMk id="20" creationId="{3281D5EB-E060-0F17-3344-CBE9B624FDD8}"/>
          </ac:grpSpMkLst>
        </pc:grpChg>
        <pc:grpChg chg="add mod">
          <ac:chgData name="Hemma Philamore" userId="db50e2f3-17b2-4cc0-b719-fb6254d3e9df" providerId="ADAL" clId="{976AD799-FE43-55CA-A221-11B5AB66B93B}" dt="2026-10-26T12:00:14.324" v="116" actId="1076"/>
          <ac:grpSpMkLst>
            <pc:docMk/>
            <pc:sldMk cId="918735867" sldId="257"/>
            <ac:grpSpMk id="50" creationId="{8514EE9D-8518-14AD-5972-C786FCA2EA6A}"/>
          </ac:grpSpMkLst>
        </pc:grpChg>
        <pc:grpChg chg="mod">
          <ac:chgData name="Hemma Philamore" userId="db50e2f3-17b2-4cc0-b719-fb6254d3e9df" providerId="ADAL" clId="{976AD799-FE43-55CA-A221-11B5AB66B93B}" dt="2026-10-26T12:00:21.232" v="118" actId="1076"/>
          <ac:grpSpMkLst>
            <pc:docMk/>
            <pc:sldMk cId="918735867" sldId="257"/>
            <ac:grpSpMk id="51" creationId="{550CF0DD-D234-04A1-6837-F5A36F495072}"/>
          </ac:grpSpMkLst>
        </pc:grpChg>
        <pc:grpChg chg="topLvl">
          <ac:chgData name="Hemma Philamore" userId="db50e2f3-17b2-4cc0-b719-fb6254d3e9df" providerId="ADAL" clId="{976AD799-FE43-55CA-A221-11B5AB66B93B}" dt="2026-10-26T12:00:25.304" v="119" actId="165"/>
          <ac:grpSpMkLst>
            <pc:docMk/>
            <pc:sldMk cId="918735867" sldId="257"/>
            <ac:grpSpMk id="55" creationId="{88FCB656-144B-4F10-A6A0-BE4140D9EFD7}"/>
          </ac:grpSpMkLst>
        </pc:grpChg>
        <pc:grpChg chg="topLvl">
          <ac:chgData name="Hemma Philamore" userId="db50e2f3-17b2-4cc0-b719-fb6254d3e9df" providerId="ADAL" clId="{976AD799-FE43-55CA-A221-11B5AB66B93B}" dt="2026-10-26T12:00:25.304" v="119" actId="165"/>
          <ac:grpSpMkLst>
            <pc:docMk/>
            <pc:sldMk cId="918735867" sldId="257"/>
            <ac:grpSpMk id="56" creationId="{4D876DC0-AC9E-156C-3B1B-A6A411ED2003}"/>
          </ac:grpSpMkLst>
        </pc:grpChg>
        <pc:grpChg chg="add">
          <ac:chgData name="Hemma Philamore" userId="db50e2f3-17b2-4cc0-b719-fb6254d3e9df" providerId="ADAL" clId="{976AD799-FE43-55CA-A221-11B5AB66B93B}" dt="2026-10-26T12:00:48.260" v="129" actId="164"/>
          <ac:grpSpMkLst>
            <pc:docMk/>
            <pc:sldMk cId="918735867" sldId="257"/>
            <ac:grpSpMk id="83" creationId="{2E3E862B-EC4E-D899-6C72-0F337C65CFA8}"/>
          </ac:grpSpMkLst>
        </pc:grpChg>
        <pc:cxnChg chg="add del mod">
          <ac:chgData name="Hemma Philamore" userId="db50e2f3-17b2-4cc0-b719-fb6254d3e9df" providerId="ADAL" clId="{976AD799-FE43-55CA-A221-11B5AB66B93B}" dt="2026-10-26T11:36:05.024" v="51" actId="11529"/>
          <ac:cxnSpMkLst>
            <pc:docMk/>
            <pc:sldMk cId="918735867" sldId="257"/>
            <ac:cxnSpMk id="24" creationId="{E7A3137D-EEA5-B6E8-EF4A-89BB107CB35E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26" creationId="{D2F17D19-E17D-2904-AB6B-9B6C9DF324D8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29" creationId="{DF5DCC2A-9680-6814-1918-EA1BC156D168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1" creationId="{D8BD6AF6-6181-D921-492D-44426DF62BF9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3" creationId="{E450F3CB-2503-316D-28DB-AB721787D1B3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5" creationId="{FE2EA8F2-A189-F3EF-15EB-E578E8CBD280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7" creationId="{0C49F402-43EE-6764-DB4E-7865F1D2C513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9" creationId="{AD39A38D-DE5E-B60D-A270-EE8B80E820E0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41" creationId="{FDD3ABB9-215C-7F46-7BB3-3E7BB9129CB2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684A5-0A51-CEC8-FCD8-C427E4A18E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0B289A-D3C2-86D2-0032-F61BEFA4F2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B15B1-DE28-19E0-1DD6-7F75890D0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C29DFC-D302-7D4D-3DFD-15BB844A4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1300F1-7240-3836-BB9B-969F432D9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8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8A6CA-10DF-07A4-AF1D-02C0D194B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9B08E-E067-AD7E-4668-BCDA945361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3D534-C98C-899C-FB26-1CC72BE7B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DA68B-59B3-9982-0CCE-4376BA746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6F4893-BDF5-9C5D-E193-D3DC1960D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712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E2D1D-45A5-D674-A6C8-712A4DCF6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2400B4-D49C-55E2-17AF-0C2C60481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E062FB-FC62-E5C4-2E29-589C17E32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AFCE90-F98D-3CAB-F2D1-284744CF8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326506-BAEE-BF5E-75CC-9F21027B0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3477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0CA78-0673-2C0B-67B2-804E43DDF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0047F-DBB9-9FAE-A5DD-5E5F5B5B17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0FA55-F84E-160A-4698-90FE3DCC8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BD19C9-BCE3-1667-84D3-6FA3B3254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237A75-A41D-51BC-1EFB-035ED2E20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85F252-8C9D-3E0B-13E3-84C1AFE34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226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DC8B4-8579-76CF-2CBA-74F9DCA25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2D15A8-B44E-0055-D9F8-61D407C45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CEFC2-3697-13C1-D170-F457CCBC0A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516BCA-0A1F-47BF-FB6F-9AB1C1CFB4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D4C183-AF7C-4285-E32C-20E7E2738E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4B4487-0054-49D4-2585-09ED1A413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D8E4E6-108B-E903-7CBA-E4175BF3A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15A98B-7092-1747-8AD3-702087B35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710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718C-EC1D-B7F1-1D73-709165821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0D652F-B4DC-3D35-38A9-2D29836D0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85147B-4C1B-5634-C450-2569FF038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BD8AE3-5A8F-97A3-CD08-4D83E6590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0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AD836A-2964-1BA7-3DF0-8AB62E0EB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16690C-41A5-4C1B-981F-BC86B4703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7866E-201C-B5E7-FD8F-DAF8C77A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321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B578D-01E5-BFD0-683B-7B451068A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207BC5-D84D-D8D2-4E72-CC6552B215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6DD77A-D36F-F576-E3B3-6BD2B01E75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F5C07E-0317-728F-C188-370BEA3A2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A9BA20-88F5-C9D6-545B-1E11FE2D8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6FEB56-0398-E2AE-F854-5FD10C715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1990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79E1F-D015-4D80-4D60-B2BE86F43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344C1F-5035-21AD-D507-BE36DBCCCF9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17DA4C-2F59-795C-7EB9-F85C05E27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454A5B-A4BC-D8D8-0C01-F384BC70D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B45DC8-AA3B-2508-FC25-D803C58B0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F0E7FF-C840-D2AB-334D-1FF545068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049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FB6BB-68D4-25C0-1622-2A0492271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2BC57-67E6-3D0F-D29B-5BFC9AD0C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3DBCB0-725F-E2A4-44AA-89981FC7C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4F3180-3B5B-BA0D-0EE2-2D5222639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440461-9776-B97F-C197-4739E700B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0050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CE66AE-3AF6-67E1-02CF-5A2A42054B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E48D64-B0CA-EFF6-8337-E8E18E7FC2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F46110-390C-0312-D67B-9CE07BFB5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90957-5DCE-8566-5F2D-5D5A873AA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2BD29-3CFD-73E8-AE39-2A0AFE1B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96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AB8BD1-1093-F83B-7D75-C88CB7153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11D946-AF5B-2FCD-DCF4-9F8FE0056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6328F-8F29-D6BC-1E97-91BDE1845C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F4B29-E15B-A327-62C2-3FEA18164C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C4C4E-6014-F8B8-B536-D3E9EDFB4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786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freeCodeCamp.org">
            <a:extLst>
              <a:ext uri="{FF2B5EF4-FFF2-40B4-BE49-F238E27FC236}">
                <a16:creationId xmlns:a16="http://schemas.microsoft.com/office/drawing/2014/main" id="{80A49BB3-B88A-50D4-089E-2469C39841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686" y="857922"/>
            <a:ext cx="7772400" cy="4622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318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8514EE9D-8518-14AD-5972-C786FCA2EA6A}"/>
              </a:ext>
            </a:extLst>
          </p:cNvPr>
          <p:cNvGrpSpPr/>
          <p:nvPr/>
        </p:nvGrpSpPr>
        <p:grpSpPr>
          <a:xfrm>
            <a:off x="389238" y="1547037"/>
            <a:ext cx="5324741" cy="3763926"/>
            <a:chOff x="3361038" y="617837"/>
            <a:chExt cx="5324741" cy="376392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FE2233B-7FBB-8424-6C06-C24D31DA81C1}"/>
                </a:ext>
              </a:extLst>
            </p:cNvPr>
            <p:cNvGrpSpPr/>
            <p:nvPr/>
          </p:nvGrpSpPr>
          <p:grpSpPr>
            <a:xfrm>
              <a:off x="5301049" y="617837"/>
              <a:ext cx="900000" cy="900000"/>
              <a:chOff x="5301049" y="617837"/>
              <a:chExt cx="900000" cy="90000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5E68DF-88C0-7BCA-0BA5-5DD49CE5751A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8CB2330-472E-CDCB-67F9-E39626B57900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</a:t>
                </a: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548886A-96BF-52B5-31A6-BDEBF76F6385}"/>
                </a:ext>
              </a:extLst>
            </p:cNvPr>
            <p:cNvGrpSpPr/>
            <p:nvPr/>
          </p:nvGrpSpPr>
          <p:grpSpPr>
            <a:xfrm>
              <a:off x="7785779" y="1219952"/>
              <a:ext cx="900000" cy="900000"/>
              <a:chOff x="5301049" y="617837"/>
              <a:chExt cx="900000" cy="900000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762A312-AF43-90C1-4C1C-F9633B63FC6A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BC3D28-F97B-8633-DCE5-4254DDA6AEDE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E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9A252AC-165A-3F9B-C4F8-D17FFF3E22A0}"/>
                </a:ext>
              </a:extLst>
            </p:cNvPr>
            <p:cNvGrpSpPr/>
            <p:nvPr/>
          </p:nvGrpSpPr>
          <p:grpSpPr>
            <a:xfrm>
              <a:off x="5980671" y="1927384"/>
              <a:ext cx="900000" cy="900000"/>
              <a:chOff x="5301049" y="617837"/>
              <a:chExt cx="900000" cy="900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3A60FE3-EB66-BADD-2F60-8DD668CE2EA2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37B8F53-B50B-5B3E-1BC7-34FBC91335D6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D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F9F1BEA-434F-0810-30A3-F25B63025FBA}"/>
                </a:ext>
              </a:extLst>
            </p:cNvPr>
            <p:cNvGrpSpPr/>
            <p:nvPr/>
          </p:nvGrpSpPr>
          <p:grpSpPr>
            <a:xfrm>
              <a:off x="5392671" y="3481763"/>
              <a:ext cx="900000" cy="900000"/>
              <a:chOff x="5301049" y="617837"/>
              <a:chExt cx="900000" cy="900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67C5FF6-64D8-4DAB-3B53-419F51CC3B0A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053009B-AE9B-368D-A518-775E3F132844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C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281D5EB-E060-0F17-3344-CBE9B624FDD8}"/>
                </a:ext>
              </a:extLst>
            </p:cNvPr>
            <p:cNvGrpSpPr/>
            <p:nvPr/>
          </p:nvGrpSpPr>
          <p:grpSpPr>
            <a:xfrm>
              <a:off x="3361038" y="2183780"/>
              <a:ext cx="900000" cy="900000"/>
              <a:chOff x="5301049" y="617837"/>
              <a:chExt cx="900000" cy="900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CB8530E-9F8E-767D-8F6B-F3A3B91F6BE9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BC3AE42-2D40-F03A-E264-8A51EAAB3113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B</a:t>
                </a:r>
              </a:p>
            </p:txBody>
          </p:sp>
        </p:grp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F17D19-E17D-2904-AB6B-9B6C9DF324D8}"/>
                </a:ext>
              </a:extLst>
            </p:cNvPr>
            <p:cNvCxnSpPr>
              <a:cxnSpLocks/>
              <a:stCxn id="2" idx="4"/>
              <a:endCxn id="15" idx="1"/>
            </p:cNvCxnSpPr>
            <p:nvPr/>
          </p:nvCxnSpPr>
          <p:spPr>
            <a:xfrm>
              <a:off x="5751049" y="1517837"/>
              <a:ext cx="361424" cy="54134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F5DCC2A-9680-6814-1918-EA1BC156D168}"/>
                </a:ext>
              </a:extLst>
            </p:cNvPr>
            <p:cNvCxnSpPr>
              <a:stCxn id="2" idx="3"/>
              <a:endCxn id="21" idx="7"/>
            </p:cNvCxnSpPr>
            <p:nvPr/>
          </p:nvCxnSpPr>
          <p:spPr>
            <a:xfrm flipH="1">
              <a:off x="4129236" y="1386035"/>
              <a:ext cx="1303615" cy="92954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8BD6AF6-6181-D921-492D-44426DF62BF9}"/>
                </a:ext>
              </a:extLst>
            </p:cNvPr>
            <p:cNvCxnSpPr>
              <a:stCxn id="21" idx="5"/>
              <a:endCxn id="18" idx="2"/>
            </p:cNvCxnSpPr>
            <p:nvPr/>
          </p:nvCxnSpPr>
          <p:spPr>
            <a:xfrm>
              <a:off x="4129236" y="2951978"/>
              <a:ext cx="1263435" cy="97978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450F3CB-2503-316D-28DB-AB721787D1B3}"/>
                </a:ext>
              </a:extLst>
            </p:cNvPr>
            <p:cNvCxnSpPr>
              <a:stCxn id="21" idx="6"/>
              <a:endCxn id="15" idx="2"/>
            </p:cNvCxnSpPr>
            <p:nvPr/>
          </p:nvCxnSpPr>
          <p:spPr>
            <a:xfrm flipV="1">
              <a:off x="4261038" y="2377384"/>
              <a:ext cx="1719633" cy="256396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E2EA8F2-A189-F3EF-15EB-E578E8CBD280}"/>
                </a:ext>
              </a:extLst>
            </p:cNvPr>
            <p:cNvCxnSpPr>
              <a:stCxn id="18" idx="7"/>
              <a:endCxn id="15" idx="4"/>
            </p:cNvCxnSpPr>
            <p:nvPr/>
          </p:nvCxnSpPr>
          <p:spPr>
            <a:xfrm flipV="1">
              <a:off x="6160869" y="2827384"/>
              <a:ext cx="269802" cy="78618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C49F402-43EE-6764-DB4E-7865F1D2C513}"/>
                </a:ext>
              </a:extLst>
            </p:cNvPr>
            <p:cNvCxnSpPr>
              <a:stCxn id="2" idx="6"/>
              <a:endCxn id="12" idx="2"/>
            </p:cNvCxnSpPr>
            <p:nvPr/>
          </p:nvCxnSpPr>
          <p:spPr>
            <a:xfrm>
              <a:off x="6201049" y="1067837"/>
              <a:ext cx="1584730" cy="60211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AD39A38D-DE5E-B60D-A270-EE8B80E820E0}"/>
                </a:ext>
              </a:extLst>
            </p:cNvPr>
            <p:cNvCxnSpPr>
              <a:stCxn id="15" idx="6"/>
              <a:endCxn id="12" idx="3"/>
            </p:cNvCxnSpPr>
            <p:nvPr/>
          </p:nvCxnSpPr>
          <p:spPr>
            <a:xfrm flipV="1">
              <a:off x="6880671" y="1988150"/>
              <a:ext cx="1036910" cy="389234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DD3ABB9-215C-7F46-7BB3-3E7BB9129CB2}"/>
                </a:ext>
              </a:extLst>
            </p:cNvPr>
            <p:cNvCxnSpPr>
              <a:stCxn id="18" idx="6"/>
              <a:endCxn id="12" idx="4"/>
            </p:cNvCxnSpPr>
            <p:nvPr/>
          </p:nvCxnSpPr>
          <p:spPr>
            <a:xfrm flipV="1">
              <a:off x="6292671" y="2119952"/>
              <a:ext cx="1943108" cy="181181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280F66A-C5DF-B06A-D5B2-FC23D54D9721}"/>
                </a:ext>
              </a:extLst>
            </p:cNvPr>
            <p:cNvSpPr txBox="1"/>
            <p:nvPr/>
          </p:nvSpPr>
          <p:spPr>
            <a:xfrm>
              <a:off x="4208498" y="1444452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1.2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DB1FE20-A60F-6456-2EA4-CFB0985EDE7E}"/>
                </a:ext>
              </a:extLst>
            </p:cNvPr>
            <p:cNvSpPr txBox="1"/>
            <p:nvPr/>
          </p:nvSpPr>
          <p:spPr>
            <a:xfrm>
              <a:off x="5833415" y="148594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0.4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2C820C4-1195-83DF-FAF9-AA69ED4CB263}"/>
                </a:ext>
              </a:extLst>
            </p:cNvPr>
            <p:cNvSpPr txBox="1"/>
            <p:nvPr/>
          </p:nvSpPr>
          <p:spPr>
            <a:xfrm>
              <a:off x="5723226" y="2923491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0.5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1AEBA05-F7AB-B768-C8B9-93BA9CBE0A8A}"/>
                </a:ext>
              </a:extLst>
            </p:cNvPr>
            <p:cNvSpPr txBox="1"/>
            <p:nvPr/>
          </p:nvSpPr>
          <p:spPr>
            <a:xfrm>
              <a:off x="4129236" y="3429000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1.8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AFC3E06-82EB-AD07-E560-4156CE8BEB88}"/>
                </a:ext>
              </a:extLst>
            </p:cNvPr>
            <p:cNvSpPr txBox="1"/>
            <p:nvPr/>
          </p:nvSpPr>
          <p:spPr>
            <a:xfrm>
              <a:off x="4775389" y="2049004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2.1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4C83C3D-47FF-7CE2-0F79-500AF1226B9C}"/>
                </a:ext>
              </a:extLst>
            </p:cNvPr>
            <p:cNvSpPr txBox="1"/>
            <p:nvPr/>
          </p:nvSpPr>
          <p:spPr>
            <a:xfrm>
              <a:off x="6765307" y="907229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2.4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F741BD2-A0B5-3958-A8A1-0ABC2C83DA14}"/>
                </a:ext>
              </a:extLst>
            </p:cNvPr>
            <p:cNvSpPr txBox="1"/>
            <p:nvPr/>
          </p:nvSpPr>
          <p:spPr>
            <a:xfrm>
              <a:off x="7071672" y="311615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3.5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FC379B7-B3D4-5673-5313-C081D9B9D5CB}"/>
                </a:ext>
              </a:extLst>
            </p:cNvPr>
            <p:cNvSpPr txBox="1"/>
            <p:nvPr/>
          </p:nvSpPr>
          <p:spPr>
            <a:xfrm>
              <a:off x="6948089" y="178336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1.6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E3E862B-EC4E-D899-6C72-0F337C65CFA8}"/>
              </a:ext>
            </a:extLst>
          </p:cNvPr>
          <p:cNvGrpSpPr/>
          <p:nvPr/>
        </p:nvGrpSpPr>
        <p:grpSpPr>
          <a:xfrm>
            <a:off x="6778203" y="1681017"/>
            <a:ext cx="5324741" cy="3763926"/>
            <a:chOff x="6778203" y="1681017"/>
            <a:chExt cx="5324741" cy="3763926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66CA4761-265E-AE3D-67D0-B05F52BC94AD}"/>
                </a:ext>
              </a:extLst>
            </p:cNvPr>
            <p:cNvGrpSpPr/>
            <p:nvPr/>
          </p:nvGrpSpPr>
          <p:grpSpPr>
            <a:xfrm>
              <a:off x="8718214" y="1681017"/>
              <a:ext cx="900000" cy="900000"/>
              <a:chOff x="5301049" y="617837"/>
              <a:chExt cx="900000" cy="900000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62B062E8-6A18-E4FC-9714-44750A88A6CF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F42EFCCB-C722-D037-E92D-5DDAE6FF1F53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</a:t>
                </a:r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FB87369B-31AC-1E9D-6AF3-29011888FC8D}"/>
                </a:ext>
              </a:extLst>
            </p:cNvPr>
            <p:cNvGrpSpPr/>
            <p:nvPr/>
          </p:nvGrpSpPr>
          <p:grpSpPr>
            <a:xfrm>
              <a:off x="11202944" y="2283132"/>
              <a:ext cx="900000" cy="900000"/>
              <a:chOff x="5301049" y="617837"/>
              <a:chExt cx="900000" cy="900000"/>
            </a:xfrm>
          </p:grpSpPr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819959C-1BAC-F2E4-26B8-50FF374FA024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3842637B-7641-80A8-1947-5B5FCC89D38F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E</a:t>
                </a:r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AA2B977F-5D55-5417-E097-282D4950B31F}"/>
                </a:ext>
              </a:extLst>
            </p:cNvPr>
            <p:cNvGrpSpPr/>
            <p:nvPr/>
          </p:nvGrpSpPr>
          <p:grpSpPr>
            <a:xfrm>
              <a:off x="9397836" y="2990564"/>
              <a:ext cx="900000" cy="900000"/>
              <a:chOff x="5301049" y="617837"/>
              <a:chExt cx="900000" cy="900000"/>
            </a:xfrm>
          </p:grpSpPr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42089C7F-1638-72F5-BF5D-1EF822FC0842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DC5E6FED-C71C-0F83-8C43-2834596C7BFC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D</a:t>
                </a:r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8FCB656-144B-4F10-A6A0-BE4140D9EFD7}"/>
                </a:ext>
              </a:extLst>
            </p:cNvPr>
            <p:cNvGrpSpPr/>
            <p:nvPr/>
          </p:nvGrpSpPr>
          <p:grpSpPr>
            <a:xfrm>
              <a:off x="8809836" y="4544943"/>
              <a:ext cx="900000" cy="900000"/>
              <a:chOff x="5301049" y="617837"/>
              <a:chExt cx="900000" cy="900000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75F786A5-C8E6-B261-9F66-1EB00C96E9B1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FDF5FA5D-3404-9EBE-AE3E-1F1395A7BEC5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C</a:t>
                </a: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4D876DC0-AC9E-156C-3B1B-A6A411ED2003}"/>
                </a:ext>
              </a:extLst>
            </p:cNvPr>
            <p:cNvGrpSpPr/>
            <p:nvPr/>
          </p:nvGrpSpPr>
          <p:grpSpPr>
            <a:xfrm>
              <a:off x="6778203" y="3246960"/>
              <a:ext cx="900000" cy="900000"/>
              <a:chOff x="5301049" y="617837"/>
              <a:chExt cx="900000" cy="900000"/>
            </a:xfrm>
          </p:grpSpPr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BB93420E-C721-AD83-8E86-AF2EB0FD8D00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7EF9715-80A1-85A5-4194-C211DA0BDDBD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B</a:t>
                </a:r>
              </a:p>
            </p:txBody>
          </p:sp>
        </p:grp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6957C566-F96A-4DE6-DDCE-CB325C3C7D8A}"/>
                </a:ext>
              </a:extLst>
            </p:cNvPr>
            <p:cNvCxnSpPr>
              <a:cxnSpLocks/>
              <a:stCxn id="81" idx="4"/>
              <a:endCxn id="77" idx="1"/>
            </p:cNvCxnSpPr>
            <p:nvPr/>
          </p:nvCxnSpPr>
          <p:spPr>
            <a:xfrm>
              <a:off x="9168214" y="2581017"/>
              <a:ext cx="361424" cy="54134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BF34B316-B77D-9802-4078-B49B45DF96E2}"/>
                </a:ext>
              </a:extLst>
            </p:cNvPr>
            <p:cNvCxnSpPr>
              <a:stCxn id="81" idx="3"/>
              <a:endCxn id="73" idx="7"/>
            </p:cNvCxnSpPr>
            <p:nvPr/>
          </p:nvCxnSpPr>
          <p:spPr>
            <a:xfrm flipH="1">
              <a:off x="7546401" y="2449215"/>
              <a:ext cx="1303615" cy="92954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22AC1474-887E-E314-2F60-30E8366EEEFE}"/>
                </a:ext>
              </a:extLst>
            </p:cNvPr>
            <p:cNvCxnSpPr>
              <a:stCxn id="73" idx="5"/>
              <a:endCxn id="75" idx="2"/>
            </p:cNvCxnSpPr>
            <p:nvPr/>
          </p:nvCxnSpPr>
          <p:spPr>
            <a:xfrm>
              <a:off x="7546401" y="4015158"/>
              <a:ext cx="1263435" cy="97978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4EA36A74-7441-63CA-3FB3-55E7F79A9629}"/>
                </a:ext>
              </a:extLst>
            </p:cNvPr>
            <p:cNvCxnSpPr>
              <a:stCxn id="73" idx="6"/>
              <a:endCxn id="77" idx="2"/>
            </p:cNvCxnSpPr>
            <p:nvPr/>
          </p:nvCxnSpPr>
          <p:spPr>
            <a:xfrm flipV="1">
              <a:off x="7678203" y="3440564"/>
              <a:ext cx="1719633" cy="256396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33A6AD9F-C91E-5E9B-48AB-4C7077EF6BA0}"/>
                </a:ext>
              </a:extLst>
            </p:cNvPr>
            <p:cNvCxnSpPr>
              <a:stCxn id="75" idx="7"/>
              <a:endCxn id="77" idx="4"/>
            </p:cNvCxnSpPr>
            <p:nvPr/>
          </p:nvCxnSpPr>
          <p:spPr>
            <a:xfrm flipV="1">
              <a:off x="9578034" y="3890564"/>
              <a:ext cx="269802" cy="78618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B3EF5C-AE4C-026A-0CF2-4282F8575303}"/>
                </a:ext>
              </a:extLst>
            </p:cNvPr>
            <p:cNvCxnSpPr>
              <a:stCxn id="81" idx="6"/>
              <a:endCxn id="79" idx="2"/>
            </p:cNvCxnSpPr>
            <p:nvPr/>
          </p:nvCxnSpPr>
          <p:spPr>
            <a:xfrm>
              <a:off x="9618214" y="2131017"/>
              <a:ext cx="1584730" cy="60211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368791-B2A6-AE31-30A6-E7559DBE0F5A}"/>
                </a:ext>
              </a:extLst>
            </p:cNvPr>
            <p:cNvCxnSpPr>
              <a:stCxn id="77" idx="6"/>
              <a:endCxn id="79" idx="3"/>
            </p:cNvCxnSpPr>
            <p:nvPr/>
          </p:nvCxnSpPr>
          <p:spPr>
            <a:xfrm flipV="1">
              <a:off x="10297836" y="3051330"/>
              <a:ext cx="1036910" cy="389234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B5DDD1F9-0891-E960-B6A7-8F33D641961A}"/>
                </a:ext>
              </a:extLst>
            </p:cNvPr>
            <p:cNvCxnSpPr>
              <a:stCxn id="75" idx="6"/>
              <a:endCxn id="79" idx="4"/>
            </p:cNvCxnSpPr>
            <p:nvPr/>
          </p:nvCxnSpPr>
          <p:spPr>
            <a:xfrm flipV="1">
              <a:off x="9709836" y="3183132"/>
              <a:ext cx="1943108" cy="181181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187358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4227</TotalTime>
  <Words>18</Words>
  <Application>Microsoft Macintosh PowerPoint</Application>
  <PresentationFormat>Widescreen</PresentationFormat>
  <Paragraphs>18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Hemma Philamore</dc:creator>
  <cp:lastModifiedBy>Hemma Philamore</cp:lastModifiedBy>
  <cp:revision>1</cp:revision>
  <dcterms:created xsi:type="dcterms:W3CDTF">2026-10-23T13:33:27Z</dcterms:created>
  <dcterms:modified xsi:type="dcterms:W3CDTF">2026-10-26T12:00:54Z</dcterms:modified>
</cp:coreProperties>
</file>