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55E8D-F384-8748-BD76-03BB5D3EA7AB}" v="235" dt="2026-10-28T00:48:50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5"/>
    <p:restoredTop sz="94606"/>
  </p:normalViewPr>
  <p:slideViewPr>
    <p:cSldViewPr snapToGrid="0">
      <p:cViewPr varScale="1">
        <p:scale>
          <a:sx n="119" d="100"/>
          <a:sy n="119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976AD799-FE43-55CA-A221-11B5AB66B93B}"/>
    <pc:docChg chg="undo custSel addSld modSld">
      <pc:chgData name="Hemma Philamore" userId="db50e2f3-17b2-4cc0-b719-fb6254d3e9df" providerId="ADAL" clId="{976AD799-FE43-55CA-A221-11B5AB66B93B}" dt="2026-10-28T18:32:52.739" v="550" actId="478"/>
      <pc:docMkLst>
        <pc:docMk/>
      </pc:docMkLst>
      <pc:sldChg chg="addSp delSp modSp new mod">
        <pc:chgData name="Hemma Philamore" userId="db50e2f3-17b2-4cc0-b719-fb6254d3e9df" providerId="ADAL" clId="{976AD799-FE43-55CA-A221-11B5AB66B93B}" dt="2026-10-26T12:00:48.260" v="129" actId="164"/>
        <pc:sldMkLst>
          <pc:docMk/>
          <pc:sldMk cId="918735867" sldId="257"/>
        </pc:sldMkLst>
        <pc:spChg chg="add mod">
          <ac:chgData name="Hemma Philamore" userId="db50e2f3-17b2-4cc0-b719-fb6254d3e9df" providerId="ADAL" clId="{976AD799-FE43-55CA-A221-11B5AB66B93B}" dt="2026-10-26T11:34:41.275" v="22" actId="14100"/>
          <ac:spMkLst>
            <pc:docMk/>
            <pc:sldMk cId="918735867" sldId="257"/>
            <ac:spMk id="2" creationId="{D45E68DF-88C0-7BCA-0BA5-5DD49CE5751A}"/>
          </ac:spMkLst>
        </pc:spChg>
        <pc:spChg chg="add mod">
          <ac:chgData name="Hemma Philamore" userId="db50e2f3-17b2-4cc0-b719-fb6254d3e9df" providerId="ADAL" clId="{976AD799-FE43-55CA-A221-11B5AB66B93B}" dt="2026-10-26T11:34:47.560" v="24" actId="14100"/>
          <ac:spMkLst>
            <pc:docMk/>
            <pc:sldMk cId="918735867" sldId="257"/>
            <ac:spMk id="3" creationId="{F8CB2330-472E-CDCB-67F9-E39626B57900}"/>
          </ac:spMkLst>
        </pc:spChg>
        <pc:spChg chg="mod">
          <ac:chgData name="Hemma Philamore" userId="db50e2f3-17b2-4cc0-b719-fb6254d3e9df" providerId="ADAL" clId="{976AD799-FE43-55CA-A221-11B5AB66B93B}" dt="2026-10-26T11:35:02.394" v="30"/>
          <ac:spMkLst>
            <pc:docMk/>
            <pc:sldMk cId="918735867" sldId="257"/>
            <ac:spMk id="12" creationId="{F762A312-AF43-90C1-4C1C-F9633B63FC6A}"/>
          </ac:spMkLst>
        </pc:spChg>
        <pc:spChg chg="mod">
          <ac:chgData name="Hemma Philamore" userId="db50e2f3-17b2-4cc0-b719-fb6254d3e9df" providerId="ADAL" clId="{976AD799-FE43-55CA-A221-11B5AB66B93B}" dt="2026-10-26T11:35:27.394" v="41" actId="20577"/>
          <ac:spMkLst>
            <pc:docMk/>
            <pc:sldMk cId="918735867" sldId="257"/>
            <ac:spMk id="13" creationId="{2BBC3D28-F97B-8633-DCE5-4254DDA6AEDE}"/>
          </ac:spMkLst>
        </pc:spChg>
        <pc:spChg chg="mod">
          <ac:chgData name="Hemma Philamore" userId="db50e2f3-17b2-4cc0-b719-fb6254d3e9df" providerId="ADAL" clId="{976AD799-FE43-55CA-A221-11B5AB66B93B}" dt="2026-10-26T11:35:02.611" v="31"/>
          <ac:spMkLst>
            <pc:docMk/>
            <pc:sldMk cId="918735867" sldId="257"/>
            <ac:spMk id="15" creationId="{13A60FE3-EB66-BADD-2F60-8DD668CE2EA2}"/>
          </ac:spMkLst>
        </pc:spChg>
        <pc:spChg chg="mod">
          <ac:chgData name="Hemma Philamore" userId="db50e2f3-17b2-4cc0-b719-fb6254d3e9df" providerId="ADAL" clId="{976AD799-FE43-55CA-A221-11B5AB66B93B}" dt="2026-10-26T11:35:20.202" v="39" actId="20577"/>
          <ac:spMkLst>
            <pc:docMk/>
            <pc:sldMk cId="918735867" sldId="257"/>
            <ac:spMk id="16" creationId="{F37B8F53-B50B-5B3E-1BC7-34FBC91335D6}"/>
          </ac:spMkLst>
        </pc:spChg>
        <pc:spChg chg="mod">
          <ac:chgData name="Hemma Philamore" userId="db50e2f3-17b2-4cc0-b719-fb6254d3e9df" providerId="ADAL" clId="{976AD799-FE43-55CA-A221-11B5AB66B93B}" dt="2026-10-26T11:35:02.838" v="32"/>
          <ac:spMkLst>
            <pc:docMk/>
            <pc:sldMk cId="918735867" sldId="257"/>
            <ac:spMk id="18" creationId="{067C5FF6-64D8-4DAB-3B53-419F51CC3B0A}"/>
          </ac:spMkLst>
        </pc:spChg>
        <pc:spChg chg="mod">
          <ac:chgData name="Hemma Philamore" userId="db50e2f3-17b2-4cc0-b719-fb6254d3e9df" providerId="ADAL" clId="{976AD799-FE43-55CA-A221-11B5AB66B93B}" dt="2026-10-26T11:35:13.019" v="37" actId="20577"/>
          <ac:spMkLst>
            <pc:docMk/>
            <pc:sldMk cId="918735867" sldId="257"/>
            <ac:spMk id="19" creationId="{C053009B-AE9B-368D-A518-775E3F132844}"/>
          </ac:spMkLst>
        </pc:spChg>
        <pc:spChg chg="mod">
          <ac:chgData name="Hemma Philamore" userId="db50e2f3-17b2-4cc0-b719-fb6254d3e9df" providerId="ADAL" clId="{976AD799-FE43-55CA-A221-11B5AB66B93B}" dt="2026-10-26T11:35:03.081" v="33"/>
          <ac:spMkLst>
            <pc:docMk/>
            <pc:sldMk cId="918735867" sldId="257"/>
            <ac:spMk id="21" creationId="{8CB8530E-9F8E-767D-8F6B-F3A3B91F6BE9}"/>
          </ac:spMkLst>
        </pc:spChg>
        <pc:spChg chg="mod">
          <ac:chgData name="Hemma Philamore" userId="db50e2f3-17b2-4cc0-b719-fb6254d3e9df" providerId="ADAL" clId="{976AD799-FE43-55CA-A221-11B5AB66B93B}" dt="2026-10-26T11:35:07.468" v="35" actId="20577"/>
          <ac:spMkLst>
            <pc:docMk/>
            <pc:sldMk cId="918735867" sldId="257"/>
            <ac:spMk id="22" creationId="{5BC3AE42-2D40-F03A-E264-8A51EAAB3113}"/>
          </ac:spMkLst>
        </pc:spChg>
        <pc:spChg chg="add mod">
          <ac:chgData name="Hemma Philamore" userId="db50e2f3-17b2-4cc0-b719-fb6254d3e9df" providerId="ADAL" clId="{976AD799-FE43-55CA-A221-11B5AB66B93B}" dt="2026-10-26T11:38:02.209" v="79" actId="1076"/>
          <ac:spMkLst>
            <pc:docMk/>
            <pc:sldMk cId="918735867" sldId="257"/>
            <ac:spMk id="42" creationId="{5280F66A-C5DF-B06A-D5B2-FC23D54D9721}"/>
          </ac:spMkLst>
        </pc:spChg>
        <pc:spChg chg="add mod">
          <ac:chgData name="Hemma Philamore" userId="db50e2f3-17b2-4cc0-b719-fb6254d3e9df" providerId="ADAL" clId="{976AD799-FE43-55CA-A221-11B5AB66B93B}" dt="2026-10-26T11:38:10.659" v="84" actId="20577"/>
          <ac:spMkLst>
            <pc:docMk/>
            <pc:sldMk cId="918735867" sldId="257"/>
            <ac:spMk id="43" creationId="{7DB1FE20-A60F-6456-2EA4-CFB0985EDE7E}"/>
          </ac:spMkLst>
        </pc:spChg>
        <pc:spChg chg="add mod">
          <ac:chgData name="Hemma Philamore" userId="db50e2f3-17b2-4cc0-b719-fb6254d3e9df" providerId="ADAL" clId="{976AD799-FE43-55CA-A221-11B5AB66B93B}" dt="2026-10-26T11:38:22.737" v="89" actId="20577"/>
          <ac:spMkLst>
            <pc:docMk/>
            <pc:sldMk cId="918735867" sldId="257"/>
            <ac:spMk id="44" creationId="{F2C820C4-1195-83DF-FAF9-AA69ED4CB263}"/>
          </ac:spMkLst>
        </pc:spChg>
        <pc:spChg chg="add mod">
          <ac:chgData name="Hemma Philamore" userId="db50e2f3-17b2-4cc0-b719-fb6254d3e9df" providerId="ADAL" clId="{976AD799-FE43-55CA-A221-11B5AB66B93B}" dt="2026-10-26T11:38:34.930" v="95" actId="1076"/>
          <ac:spMkLst>
            <pc:docMk/>
            <pc:sldMk cId="918735867" sldId="257"/>
            <ac:spMk id="45" creationId="{61AEBA05-F7AB-B768-C8B9-93BA9CBE0A8A}"/>
          </ac:spMkLst>
        </pc:spChg>
        <pc:spChg chg="add mod">
          <ac:chgData name="Hemma Philamore" userId="db50e2f3-17b2-4cc0-b719-fb6254d3e9df" providerId="ADAL" clId="{976AD799-FE43-55CA-A221-11B5AB66B93B}" dt="2026-10-26T11:38:41.609" v="100" actId="20577"/>
          <ac:spMkLst>
            <pc:docMk/>
            <pc:sldMk cId="918735867" sldId="257"/>
            <ac:spMk id="46" creationId="{EAFC3E06-82EB-AD07-E560-4156CE8BEB88}"/>
          </ac:spMkLst>
        </pc:spChg>
        <pc:spChg chg="add mod">
          <ac:chgData name="Hemma Philamore" userId="db50e2f3-17b2-4cc0-b719-fb6254d3e9df" providerId="ADAL" clId="{976AD799-FE43-55CA-A221-11B5AB66B93B}" dt="2026-10-26T11:38:52.041" v="104" actId="20577"/>
          <ac:spMkLst>
            <pc:docMk/>
            <pc:sldMk cId="918735867" sldId="257"/>
            <ac:spMk id="47" creationId="{14C83C3D-47FF-7CE2-0F79-500AF1226B9C}"/>
          </ac:spMkLst>
        </pc:spChg>
        <pc:spChg chg="add mod">
          <ac:chgData name="Hemma Philamore" userId="db50e2f3-17b2-4cc0-b719-fb6254d3e9df" providerId="ADAL" clId="{976AD799-FE43-55CA-A221-11B5AB66B93B}" dt="2026-10-26T11:39:01.104" v="109" actId="20577"/>
          <ac:spMkLst>
            <pc:docMk/>
            <pc:sldMk cId="918735867" sldId="257"/>
            <ac:spMk id="48" creationId="{6F741BD2-A0B5-3958-A8A1-0ABC2C83DA14}"/>
          </ac:spMkLst>
        </pc:spChg>
        <pc:spChg chg="add mod">
          <ac:chgData name="Hemma Philamore" userId="db50e2f3-17b2-4cc0-b719-fb6254d3e9df" providerId="ADAL" clId="{976AD799-FE43-55CA-A221-11B5AB66B93B}" dt="2026-10-26T11:39:10.364" v="114" actId="20577"/>
          <ac:spMkLst>
            <pc:docMk/>
            <pc:sldMk cId="918735867" sldId="257"/>
            <ac:spMk id="49" creationId="{0FC379B7-B3D4-5673-5313-C081D9B9D5CB}"/>
          </ac:spMkLst>
        </pc:spChg>
        <pc:spChg chg="mod">
          <ac:chgData name="Hemma Philamore" userId="db50e2f3-17b2-4cc0-b719-fb6254d3e9df" providerId="ADAL" clId="{976AD799-FE43-55CA-A221-11B5AB66B93B}" dt="2026-10-26T12:00:17.602" v="117"/>
          <ac:spMkLst>
            <pc:docMk/>
            <pc:sldMk cId="918735867" sldId="257"/>
            <ac:spMk id="74" creationId="{87EF9715-80A1-85A5-4194-C211DA0BDDBD}"/>
          </ac:spMkLst>
        </pc:spChg>
        <pc:spChg chg="mod">
          <ac:chgData name="Hemma Philamore" userId="db50e2f3-17b2-4cc0-b719-fb6254d3e9df" providerId="ADAL" clId="{976AD799-FE43-55CA-A221-11B5AB66B93B}" dt="2026-10-26T12:00:17.602" v="117"/>
          <ac:spMkLst>
            <pc:docMk/>
            <pc:sldMk cId="918735867" sldId="257"/>
            <ac:spMk id="75" creationId="{75F786A5-C8E6-B261-9F66-1EB00C96E9B1}"/>
          </ac:spMkLst>
        </pc:spChg>
        <pc:spChg chg="mod">
          <ac:chgData name="Hemma Philamore" userId="db50e2f3-17b2-4cc0-b719-fb6254d3e9df" providerId="ADAL" clId="{976AD799-FE43-55CA-A221-11B5AB66B93B}" dt="2026-10-26T12:00:17.602" v="117"/>
          <ac:spMkLst>
            <pc:docMk/>
            <pc:sldMk cId="918735867" sldId="257"/>
            <ac:spMk id="77" creationId="{42089C7F-1638-72F5-BF5D-1EF822FC0842}"/>
          </ac:spMkLst>
        </pc:spChg>
        <pc:spChg chg="mod">
          <ac:chgData name="Hemma Philamore" userId="db50e2f3-17b2-4cc0-b719-fb6254d3e9df" providerId="ADAL" clId="{976AD799-FE43-55CA-A221-11B5AB66B93B}" dt="2026-10-26T12:00:17.602" v="117"/>
          <ac:spMkLst>
            <pc:docMk/>
            <pc:sldMk cId="918735867" sldId="257"/>
            <ac:spMk id="78" creationId="{DC5E6FED-C71C-0F83-8C43-2834596C7BFC}"/>
          </ac:spMkLst>
        </pc:spChg>
        <pc:spChg chg="mod">
          <ac:chgData name="Hemma Philamore" userId="db50e2f3-17b2-4cc0-b719-fb6254d3e9df" providerId="ADAL" clId="{976AD799-FE43-55CA-A221-11B5AB66B93B}" dt="2026-10-26T12:00:17.602" v="117"/>
          <ac:spMkLst>
            <pc:docMk/>
            <pc:sldMk cId="918735867" sldId="257"/>
            <ac:spMk id="82" creationId="{F42EFCCB-C722-D037-E92D-5DDAE6FF1F53}"/>
          </ac:spMkLst>
        </pc:spChg>
        <pc:grpChg chg="add">
          <ac:chgData name="Hemma Philamore" userId="db50e2f3-17b2-4cc0-b719-fb6254d3e9df" providerId="ADAL" clId="{976AD799-FE43-55CA-A221-11B5AB66B93B}" dt="2026-10-26T11:34:54.253" v="25" actId="164"/>
          <ac:grpSpMkLst>
            <pc:docMk/>
            <pc:sldMk cId="918735867" sldId="257"/>
            <ac:grpSpMk id="4" creationId="{CFE2233B-7FBB-8424-6C06-C24D31DA81C1}"/>
          </ac:grpSpMkLst>
        </pc:grpChg>
        <pc:grpChg chg="add mod">
          <ac:chgData name="Hemma Philamore" userId="db50e2f3-17b2-4cc0-b719-fb6254d3e9df" providerId="ADAL" clId="{976AD799-FE43-55CA-A221-11B5AB66B93B}" dt="2026-10-26T11:35:52.312" v="48" actId="1076"/>
          <ac:grpSpMkLst>
            <pc:docMk/>
            <pc:sldMk cId="918735867" sldId="257"/>
            <ac:grpSpMk id="11" creationId="{B548886A-96BF-52B5-31A6-BDEBF76F6385}"/>
          </ac:grpSpMkLst>
        </pc:grpChg>
        <pc:grpChg chg="add mod">
          <ac:chgData name="Hemma Philamore" userId="db50e2f3-17b2-4cc0-b719-fb6254d3e9df" providerId="ADAL" clId="{976AD799-FE43-55CA-A221-11B5AB66B93B}" dt="2026-10-26T11:36:21.179" v="53" actId="1076"/>
          <ac:grpSpMkLst>
            <pc:docMk/>
            <pc:sldMk cId="918735867" sldId="257"/>
            <ac:grpSpMk id="14" creationId="{39A252AC-165A-3F9B-C4F8-D17FFF3E22A0}"/>
          </ac:grpSpMkLst>
        </pc:grpChg>
        <pc:grpChg chg="add mod">
          <ac:chgData name="Hemma Philamore" userId="db50e2f3-17b2-4cc0-b719-fb6254d3e9df" providerId="ADAL" clId="{976AD799-FE43-55CA-A221-11B5AB66B93B}" dt="2026-10-26T11:35:46.768" v="46" actId="1076"/>
          <ac:grpSpMkLst>
            <pc:docMk/>
            <pc:sldMk cId="918735867" sldId="257"/>
            <ac:grpSpMk id="17" creationId="{1F9F1BEA-434F-0810-30A3-F25B63025FBA}"/>
          </ac:grpSpMkLst>
        </pc:grpChg>
        <pc:grpChg chg="add mod">
          <ac:chgData name="Hemma Philamore" userId="db50e2f3-17b2-4cc0-b719-fb6254d3e9df" providerId="ADAL" clId="{976AD799-FE43-55CA-A221-11B5AB66B93B}" dt="2026-10-26T11:35:05.386" v="34" actId="1076"/>
          <ac:grpSpMkLst>
            <pc:docMk/>
            <pc:sldMk cId="918735867" sldId="257"/>
            <ac:grpSpMk id="20" creationId="{3281D5EB-E060-0F17-3344-CBE9B624FDD8}"/>
          </ac:grpSpMkLst>
        </pc:grpChg>
        <pc:grpChg chg="add mod">
          <ac:chgData name="Hemma Philamore" userId="db50e2f3-17b2-4cc0-b719-fb6254d3e9df" providerId="ADAL" clId="{976AD799-FE43-55CA-A221-11B5AB66B93B}" dt="2026-10-26T12:00:14.324" v="116" actId="1076"/>
          <ac:grpSpMkLst>
            <pc:docMk/>
            <pc:sldMk cId="918735867" sldId="257"/>
            <ac:grpSpMk id="50" creationId="{8514EE9D-8518-14AD-5972-C786FCA2EA6A}"/>
          </ac:grpSpMkLst>
        </pc:grpChg>
        <pc:grpChg chg="topLvl">
          <ac:chgData name="Hemma Philamore" userId="db50e2f3-17b2-4cc0-b719-fb6254d3e9df" providerId="ADAL" clId="{976AD799-FE43-55CA-A221-11B5AB66B93B}" dt="2026-10-26T12:00:25.304" v="119" actId="165"/>
          <ac:grpSpMkLst>
            <pc:docMk/>
            <pc:sldMk cId="918735867" sldId="257"/>
            <ac:grpSpMk id="55" creationId="{88FCB656-144B-4F10-A6A0-BE4140D9EFD7}"/>
          </ac:grpSpMkLst>
        </pc:grpChg>
        <pc:grpChg chg="topLvl">
          <ac:chgData name="Hemma Philamore" userId="db50e2f3-17b2-4cc0-b719-fb6254d3e9df" providerId="ADAL" clId="{976AD799-FE43-55CA-A221-11B5AB66B93B}" dt="2026-10-26T12:00:25.304" v="119" actId="165"/>
          <ac:grpSpMkLst>
            <pc:docMk/>
            <pc:sldMk cId="918735867" sldId="257"/>
            <ac:grpSpMk id="56" creationId="{4D876DC0-AC9E-156C-3B1B-A6A411ED2003}"/>
          </ac:grpSpMkLst>
        </pc:grpChg>
        <pc:grpChg chg="add">
          <ac:chgData name="Hemma Philamore" userId="db50e2f3-17b2-4cc0-b719-fb6254d3e9df" providerId="ADAL" clId="{976AD799-FE43-55CA-A221-11B5AB66B93B}" dt="2026-10-26T12:00:48.260" v="129" actId="164"/>
          <ac:grpSpMkLst>
            <pc:docMk/>
            <pc:sldMk cId="918735867" sldId="257"/>
            <ac:grpSpMk id="83" creationId="{2E3E862B-EC4E-D899-6C72-0F337C65CFA8}"/>
          </ac:grpSpMkLst>
        </pc:grp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26" creationId="{D2F17D19-E17D-2904-AB6B-9B6C9DF324D8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29" creationId="{DF5DCC2A-9680-6814-1918-EA1BC156D168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31" creationId="{D8BD6AF6-6181-D921-492D-44426DF62BF9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33" creationId="{E450F3CB-2503-316D-28DB-AB721787D1B3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35" creationId="{FE2EA8F2-A189-F3EF-15EB-E578E8CBD280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37" creationId="{0C49F402-43EE-6764-DB4E-7865F1D2C513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39" creationId="{AD39A38D-DE5E-B60D-A270-EE8B80E820E0}"/>
          </ac:cxnSpMkLst>
        </pc:cxnChg>
        <pc:cxnChg chg="add mod">
          <ac:chgData name="Hemma Philamore" userId="db50e2f3-17b2-4cc0-b719-fb6254d3e9df" providerId="ADAL" clId="{976AD799-FE43-55CA-A221-11B5AB66B93B}" dt="2026-10-26T11:37:35.106" v="66" actId="692"/>
          <ac:cxnSpMkLst>
            <pc:docMk/>
            <pc:sldMk cId="918735867" sldId="257"/>
            <ac:cxnSpMk id="41" creationId="{FDD3ABB9-215C-7F46-7BB3-3E7BB9129CB2}"/>
          </ac:cxnSpMkLst>
        </pc:cxnChg>
      </pc:sldChg>
      <pc:sldChg chg="addSp delSp modSp add mod">
        <pc:chgData name="Hemma Philamore" userId="db50e2f3-17b2-4cc0-b719-fb6254d3e9df" providerId="ADAL" clId="{976AD799-FE43-55CA-A221-11B5AB66B93B}" dt="2026-10-26T16:05:40.984" v="349" actId="164"/>
        <pc:sldMkLst>
          <pc:docMk/>
          <pc:sldMk cId="818822214" sldId="258"/>
        </pc:sldMkLst>
        <pc:spChg chg="topLvl">
          <ac:chgData name="Hemma Philamore" userId="db50e2f3-17b2-4cc0-b719-fb6254d3e9df" providerId="ADAL" clId="{976AD799-FE43-55CA-A221-11B5AB66B93B}" dt="2026-10-26T14:01:57.370" v="142" actId="165"/>
          <ac:spMkLst>
            <pc:docMk/>
            <pc:sldMk cId="818822214" sldId="258"/>
            <ac:spMk id="2" creationId="{1166DCA7-BE25-075C-C4EB-C3A91B2B4558}"/>
          </ac:spMkLst>
        </pc:spChg>
        <pc:spChg chg="add mod">
          <ac:chgData name="Hemma Philamore" userId="db50e2f3-17b2-4cc0-b719-fb6254d3e9df" providerId="ADAL" clId="{976AD799-FE43-55CA-A221-11B5AB66B93B}" dt="2026-10-26T14:01:46.070" v="139" actId="1076"/>
          <ac:spMkLst>
            <pc:docMk/>
            <pc:sldMk cId="818822214" sldId="258"/>
            <ac:spMk id="5" creationId="{A8068F53-98F4-86A2-1022-96C32A264124}"/>
          </ac:spMkLst>
        </pc:spChg>
        <pc:spChg chg="add mod">
          <ac:chgData name="Hemma Philamore" userId="db50e2f3-17b2-4cc0-b719-fb6254d3e9df" providerId="ADAL" clId="{976AD799-FE43-55CA-A221-11B5AB66B93B}" dt="2026-10-26T14:02:20.886" v="156" actId="1076"/>
          <ac:spMkLst>
            <pc:docMk/>
            <pc:sldMk cId="818822214" sldId="258"/>
            <ac:spMk id="6" creationId="{8E0F47BF-4885-964F-0D60-B4639C8A9BE6}"/>
          </ac:spMkLst>
        </pc:spChg>
        <pc:spChg chg="add mod">
          <ac:chgData name="Hemma Philamore" userId="db50e2f3-17b2-4cc0-b719-fb6254d3e9df" providerId="ADAL" clId="{976AD799-FE43-55CA-A221-11B5AB66B93B}" dt="2026-10-26T14:02:40.590" v="177" actId="1076"/>
          <ac:spMkLst>
            <pc:docMk/>
            <pc:sldMk cId="818822214" sldId="258"/>
            <ac:spMk id="7" creationId="{91D8E25D-1B4C-F9BC-6D09-A03B452EEF3D}"/>
          </ac:spMkLst>
        </pc:spChg>
        <pc:spChg chg="add mod">
          <ac:chgData name="Hemma Philamore" userId="db50e2f3-17b2-4cc0-b719-fb6254d3e9df" providerId="ADAL" clId="{976AD799-FE43-55CA-A221-11B5AB66B93B}" dt="2026-10-26T14:03:07.925" v="193" actId="1076"/>
          <ac:spMkLst>
            <pc:docMk/>
            <pc:sldMk cId="818822214" sldId="258"/>
            <ac:spMk id="8" creationId="{E0633738-F0B1-A4FD-DA17-78FA70ED5802}"/>
          </ac:spMkLst>
        </pc:spChg>
        <pc:spChg chg="add mod">
          <ac:chgData name="Hemma Philamore" userId="db50e2f3-17b2-4cc0-b719-fb6254d3e9df" providerId="ADAL" clId="{976AD799-FE43-55CA-A221-11B5AB66B93B}" dt="2026-10-26T14:03:38.125" v="203" actId="1076"/>
          <ac:spMkLst>
            <pc:docMk/>
            <pc:sldMk cId="818822214" sldId="258"/>
            <ac:spMk id="9" creationId="{63FA04A2-A263-3D7E-6B3B-5A206D134AA4}"/>
          </ac:spMkLst>
        </pc:spChg>
        <pc:spChg chg="add mod">
          <ac:chgData name="Hemma Philamore" userId="db50e2f3-17b2-4cc0-b719-fb6254d3e9df" providerId="ADAL" clId="{976AD799-FE43-55CA-A221-11B5AB66B93B}" dt="2026-10-26T14:06:24.895" v="239" actId="1076"/>
          <ac:spMkLst>
            <pc:docMk/>
            <pc:sldMk cId="818822214" sldId="258"/>
            <ac:spMk id="10" creationId="{711322C6-5D34-34D5-158F-F28376BB0BAC}"/>
          </ac:spMkLst>
        </pc:spChg>
        <pc:spChg chg="topLvl">
          <ac:chgData name="Hemma Philamore" userId="db50e2f3-17b2-4cc0-b719-fb6254d3e9df" providerId="ADAL" clId="{976AD799-FE43-55CA-A221-11B5AB66B93B}" dt="2026-10-26T14:02:00.479" v="143" actId="478"/>
          <ac:spMkLst>
            <pc:docMk/>
            <pc:sldMk cId="818822214" sldId="258"/>
            <ac:spMk id="12" creationId="{4D0FB3C7-9C73-BC39-5690-7EFF4A2894AF}"/>
          </ac:spMkLst>
        </pc:spChg>
        <pc:spChg chg="topLvl">
          <ac:chgData name="Hemma Philamore" userId="db50e2f3-17b2-4cc0-b719-fb6254d3e9df" providerId="ADAL" clId="{976AD799-FE43-55CA-A221-11B5AB66B93B}" dt="2026-10-26T14:01:57.370" v="142" actId="165"/>
          <ac:spMkLst>
            <pc:docMk/>
            <pc:sldMk cId="818822214" sldId="258"/>
            <ac:spMk id="15" creationId="{075391DC-F7E3-F41D-1365-DF93FA2D0B76}"/>
          </ac:spMkLst>
        </pc:spChg>
        <pc:spChg chg="topLvl">
          <ac:chgData name="Hemma Philamore" userId="db50e2f3-17b2-4cc0-b719-fb6254d3e9df" providerId="ADAL" clId="{976AD799-FE43-55CA-A221-11B5AB66B93B}" dt="2026-10-26T14:02:02.304" v="144" actId="478"/>
          <ac:spMkLst>
            <pc:docMk/>
            <pc:sldMk cId="818822214" sldId="258"/>
            <ac:spMk id="18" creationId="{FB009A0A-1C4C-CCAF-7B85-986E3BB01521}"/>
          </ac:spMkLst>
        </pc:spChg>
        <pc:spChg chg="topLvl">
          <ac:chgData name="Hemma Philamore" userId="db50e2f3-17b2-4cc0-b719-fb6254d3e9df" providerId="ADAL" clId="{976AD799-FE43-55CA-A221-11B5AB66B93B}" dt="2026-10-26T14:01:57.370" v="142" actId="165"/>
          <ac:spMkLst>
            <pc:docMk/>
            <pc:sldMk cId="818822214" sldId="258"/>
            <ac:spMk id="21" creationId="{62B9B986-9CBD-1052-25FD-39E6133B2A70}"/>
          </ac:spMkLst>
        </pc:spChg>
        <pc:spChg chg="add mod">
          <ac:chgData name="Hemma Philamore" userId="db50e2f3-17b2-4cc0-b719-fb6254d3e9df" providerId="ADAL" clId="{976AD799-FE43-55CA-A221-11B5AB66B93B}" dt="2026-10-26T14:07:37.863" v="263" actId="14100"/>
          <ac:spMkLst>
            <pc:docMk/>
            <pc:sldMk cId="818822214" sldId="258"/>
            <ac:spMk id="23" creationId="{446A178C-C437-313B-ED62-CE951E3F45F1}"/>
          </ac:spMkLst>
        </pc:spChg>
        <pc:spChg chg="mod topLvl">
          <ac:chgData name="Hemma Philamore" userId="db50e2f3-17b2-4cc0-b719-fb6254d3e9df" providerId="ADAL" clId="{976AD799-FE43-55CA-A221-11B5AB66B93B}" dt="2026-10-26T14:10:18.109" v="295" actId="20577"/>
          <ac:spMkLst>
            <pc:docMk/>
            <pc:sldMk cId="818822214" sldId="258"/>
            <ac:spMk id="42" creationId="{DF004EF6-E142-1614-EE3B-1100C1965C40}"/>
          </ac:spMkLst>
        </pc:spChg>
        <pc:spChg chg="mod topLvl">
          <ac:chgData name="Hemma Philamore" userId="db50e2f3-17b2-4cc0-b719-fb6254d3e9df" providerId="ADAL" clId="{976AD799-FE43-55CA-A221-11B5AB66B93B}" dt="2026-10-26T14:10:23.881" v="298" actId="20577"/>
          <ac:spMkLst>
            <pc:docMk/>
            <pc:sldMk cId="818822214" sldId="258"/>
            <ac:spMk id="43" creationId="{4A06994E-FB0B-7B1B-7212-5CABC63777CF}"/>
          </ac:spMkLst>
        </pc:spChg>
        <pc:spChg chg="mod topLvl">
          <ac:chgData name="Hemma Philamore" userId="db50e2f3-17b2-4cc0-b719-fb6254d3e9df" providerId="ADAL" clId="{976AD799-FE43-55CA-A221-11B5AB66B93B}" dt="2026-10-26T14:10:38.553" v="303" actId="20577"/>
          <ac:spMkLst>
            <pc:docMk/>
            <pc:sldMk cId="818822214" sldId="258"/>
            <ac:spMk id="44" creationId="{1426A36C-9368-D130-7B58-77E95C4566DD}"/>
          </ac:spMkLst>
        </pc:spChg>
        <pc:spChg chg="mod topLvl">
          <ac:chgData name="Hemma Philamore" userId="db50e2f3-17b2-4cc0-b719-fb6254d3e9df" providerId="ADAL" clId="{976AD799-FE43-55CA-A221-11B5AB66B93B}" dt="2026-10-26T14:10:30.327" v="302" actId="20577"/>
          <ac:spMkLst>
            <pc:docMk/>
            <pc:sldMk cId="818822214" sldId="258"/>
            <ac:spMk id="46" creationId="{FA7B7597-0100-DB49-F5FD-4C8F209EF168}"/>
          </ac:spMkLst>
        </pc:spChg>
        <pc:spChg chg="mod topLvl">
          <ac:chgData name="Hemma Philamore" userId="db50e2f3-17b2-4cc0-b719-fb6254d3e9df" providerId="ADAL" clId="{976AD799-FE43-55CA-A221-11B5AB66B93B}" dt="2026-10-26T14:10:20.520" v="297" actId="20577"/>
          <ac:spMkLst>
            <pc:docMk/>
            <pc:sldMk cId="818822214" sldId="258"/>
            <ac:spMk id="47" creationId="{985ED467-F9D2-E3D8-486F-C5B73DE24BEC}"/>
          </ac:spMkLst>
        </pc:spChg>
        <pc:spChg chg="mod topLvl">
          <ac:chgData name="Hemma Philamore" userId="db50e2f3-17b2-4cc0-b719-fb6254d3e9df" providerId="ADAL" clId="{976AD799-FE43-55CA-A221-11B5AB66B93B}" dt="2026-10-26T14:10:27.207" v="300" actId="20577"/>
          <ac:spMkLst>
            <pc:docMk/>
            <pc:sldMk cId="818822214" sldId="258"/>
            <ac:spMk id="49" creationId="{2696082F-1587-CBC0-D621-0D22E15B2350}"/>
          </ac:spMkLst>
        </pc:spChg>
        <pc:spChg chg="add mod topLvl">
          <ac:chgData name="Hemma Philamore" userId="db50e2f3-17b2-4cc0-b719-fb6254d3e9df" providerId="ADAL" clId="{976AD799-FE43-55CA-A221-11B5AB66B93B}" dt="2026-10-26T14:12:05.777" v="328" actId="14100"/>
          <ac:spMkLst>
            <pc:docMk/>
            <pc:sldMk cId="818822214" sldId="258"/>
            <ac:spMk id="111" creationId="{C63B4B8F-493B-2448-8664-868D2B4C7003}"/>
          </ac:spMkLst>
        </pc:spChg>
        <pc:spChg chg="add mod topLvl">
          <ac:chgData name="Hemma Philamore" userId="db50e2f3-17b2-4cc0-b719-fb6254d3e9df" providerId="ADAL" clId="{976AD799-FE43-55CA-A221-11B5AB66B93B}" dt="2026-10-26T14:12:05.777" v="328" actId="14100"/>
          <ac:spMkLst>
            <pc:docMk/>
            <pc:sldMk cId="818822214" sldId="258"/>
            <ac:spMk id="112" creationId="{7EE30EA5-128D-9698-1BEA-DA7102282D15}"/>
          </ac:spMkLst>
        </pc:spChg>
        <pc:spChg chg="add mod">
          <ac:chgData name="Hemma Philamore" userId="db50e2f3-17b2-4cc0-b719-fb6254d3e9df" providerId="ADAL" clId="{976AD799-FE43-55CA-A221-11B5AB66B93B}" dt="2026-10-26T14:10:48.440" v="307" actId="20577"/>
          <ac:spMkLst>
            <pc:docMk/>
            <pc:sldMk cId="818822214" sldId="258"/>
            <ac:spMk id="118" creationId="{43132931-2181-0358-9025-FE93DECC5822}"/>
          </ac:spMkLst>
        </pc:spChg>
        <pc:spChg chg="add mod">
          <ac:chgData name="Hemma Philamore" userId="db50e2f3-17b2-4cc0-b719-fb6254d3e9df" providerId="ADAL" clId="{976AD799-FE43-55CA-A221-11B5AB66B93B}" dt="2026-10-26T14:10:55.557" v="311" actId="20577"/>
          <ac:spMkLst>
            <pc:docMk/>
            <pc:sldMk cId="818822214" sldId="258"/>
            <ac:spMk id="119" creationId="{318F769D-6D75-FEF3-8629-50C3B3EEB1A8}"/>
          </ac:spMkLst>
        </pc:spChg>
        <pc:spChg chg="add mod">
          <ac:chgData name="Hemma Philamore" userId="db50e2f3-17b2-4cc0-b719-fb6254d3e9df" providerId="ADAL" clId="{976AD799-FE43-55CA-A221-11B5AB66B93B}" dt="2026-10-26T14:11:02.473" v="315" actId="20577"/>
          <ac:spMkLst>
            <pc:docMk/>
            <pc:sldMk cId="818822214" sldId="258"/>
            <ac:spMk id="120" creationId="{73BA9F1C-4011-3116-9BC8-7808AB74D149}"/>
          </ac:spMkLst>
        </pc:spChg>
        <pc:spChg chg="add mod">
          <ac:chgData name="Hemma Philamore" userId="db50e2f3-17b2-4cc0-b719-fb6254d3e9df" providerId="ADAL" clId="{976AD799-FE43-55CA-A221-11B5AB66B93B}" dt="2026-10-26T14:11:09.559" v="318" actId="20577"/>
          <ac:spMkLst>
            <pc:docMk/>
            <pc:sldMk cId="818822214" sldId="258"/>
            <ac:spMk id="121" creationId="{DC4ACEFF-F814-4908-3FEC-A05988081730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24" creationId="{A13F0B98-D814-9718-9925-D2611AAF5D33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27" creationId="{FA0EAEB6-933C-0344-DB08-6E57355F2543}"/>
          </ac:spMkLst>
        </pc:spChg>
        <pc:spChg chg="add mod">
          <ac:chgData name="Hemma Philamore" userId="db50e2f3-17b2-4cc0-b719-fb6254d3e9df" providerId="ADAL" clId="{976AD799-FE43-55CA-A221-11B5AB66B93B}" dt="2026-10-26T14:12:14.799" v="330" actId="1076"/>
          <ac:spMkLst>
            <pc:docMk/>
            <pc:sldMk cId="818822214" sldId="258"/>
            <ac:spMk id="136" creationId="{40925F2C-3F02-51B7-F32A-7B2C595EA570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38" creationId="{6BDBCF13-8BD8-8619-F8B6-8F1959B8F78C}"/>
          </ac:spMkLst>
        </pc:spChg>
        <pc:spChg chg="mod">
          <ac:chgData name="Hemma Philamore" userId="db50e2f3-17b2-4cc0-b719-fb6254d3e9df" providerId="ADAL" clId="{976AD799-FE43-55CA-A221-11B5AB66B93B}" dt="2026-10-26T14:15:27.489" v="346" actId="207"/>
          <ac:spMkLst>
            <pc:docMk/>
            <pc:sldMk cId="818822214" sldId="258"/>
            <ac:spMk id="139" creationId="{B43BD31F-F83A-5776-2940-6634DB822B8F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42" creationId="{CEAF4C90-AE2C-7827-DCF3-2A271ECD185B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45" creationId="{682D751E-1538-A972-A34E-222CAC8E8C43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47" creationId="{7236C944-3E04-C958-3E18-0DA0EA763104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48" creationId="{FB687C8D-F8B7-55E4-00D4-FCF77A06E4F2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53" creationId="{34D013CB-DB02-4605-84C3-37CF024F87BF}"/>
          </ac:spMkLst>
        </pc:spChg>
        <pc:spChg chg="add mod">
          <ac:chgData name="Hemma Philamore" userId="db50e2f3-17b2-4cc0-b719-fb6254d3e9df" providerId="ADAL" clId="{976AD799-FE43-55CA-A221-11B5AB66B93B}" dt="2026-10-26T14:11:46.076" v="323" actId="1076"/>
          <ac:spMkLst>
            <pc:docMk/>
            <pc:sldMk cId="818822214" sldId="258"/>
            <ac:spMk id="154" creationId="{D94AEBCF-43E1-DC16-2798-C6F633CF38D6}"/>
          </ac:spMkLst>
        </pc:spChg>
        <pc:spChg chg="add mod">
          <ac:chgData name="Hemma Philamore" userId="db50e2f3-17b2-4cc0-b719-fb6254d3e9df" providerId="ADAL" clId="{976AD799-FE43-55CA-A221-11B5AB66B93B}" dt="2026-10-26T14:12:29.672" v="337" actId="207"/>
          <ac:spMkLst>
            <pc:docMk/>
            <pc:sldMk cId="818822214" sldId="258"/>
            <ac:spMk id="157" creationId="{0502A777-EFA5-D949-964E-161252600201}"/>
          </ac:spMkLst>
        </pc:spChg>
        <pc:spChg chg="add mod">
          <ac:chgData name="Hemma Philamore" userId="db50e2f3-17b2-4cc0-b719-fb6254d3e9df" providerId="ADAL" clId="{976AD799-FE43-55CA-A221-11B5AB66B93B}" dt="2026-10-26T14:12:39.720" v="341" actId="20577"/>
          <ac:spMkLst>
            <pc:docMk/>
            <pc:sldMk cId="818822214" sldId="258"/>
            <ac:spMk id="158" creationId="{7B05C46F-4A21-E57B-EF67-C89DE45F63EC}"/>
          </ac:spMkLst>
        </pc:spChg>
        <pc:spChg chg="add mod">
          <ac:chgData name="Hemma Philamore" userId="db50e2f3-17b2-4cc0-b719-fb6254d3e9df" providerId="ADAL" clId="{976AD799-FE43-55CA-A221-11B5AB66B93B}" dt="2026-10-26T14:12:48.298" v="344" actId="20577"/>
          <ac:spMkLst>
            <pc:docMk/>
            <pc:sldMk cId="818822214" sldId="258"/>
            <ac:spMk id="159" creationId="{427A000A-9BA2-4FF6-1BB1-EC4FAF0F5DCA}"/>
          </ac:spMkLst>
        </pc:spChg>
        <pc:grpChg chg="add">
          <ac:chgData name="Hemma Philamore" userId="db50e2f3-17b2-4cc0-b719-fb6254d3e9df" providerId="ADAL" clId="{976AD799-FE43-55CA-A221-11B5AB66B93B}" dt="2026-10-26T14:29:08.554" v="347" actId="164"/>
          <ac:grpSpMkLst>
            <pc:docMk/>
            <pc:sldMk cId="818822214" sldId="258"/>
            <ac:grpSpMk id="160" creationId="{4D364052-1EEB-5527-BCED-6D322E3256DD}"/>
          </ac:grpSpMkLst>
        </pc:grpChg>
        <pc:grpChg chg="add">
          <ac:chgData name="Hemma Philamore" userId="db50e2f3-17b2-4cc0-b719-fb6254d3e9df" providerId="ADAL" clId="{976AD799-FE43-55CA-A221-11B5AB66B93B}" dt="2026-10-26T14:29:15.369" v="348" actId="164"/>
          <ac:grpSpMkLst>
            <pc:docMk/>
            <pc:sldMk cId="818822214" sldId="258"/>
            <ac:grpSpMk id="161" creationId="{5D5FE7F6-109B-74A6-AA89-B1E5CBDBA62B}"/>
          </ac:grpSpMkLst>
        </pc:grpChg>
        <pc:grpChg chg="add">
          <ac:chgData name="Hemma Philamore" userId="db50e2f3-17b2-4cc0-b719-fb6254d3e9df" providerId="ADAL" clId="{976AD799-FE43-55CA-A221-11B5AB66B93B}" dt="2026-10-26T16:05:40.984" v="349" actId="164"/>
          <ac:grpSpMkLst>
            <pc:docMk/>
            <pc:sldMk cId="818822214" sldId="258"/>
            <ac:grpSpMk id="162" creationId="{86826C67-48C5-A1A8-E6FB-030429BB8B9B}"/>
          </ac:grpSpMkLst>
        </pc:grpChg>
        <pc:cxnChg chg="add mod">
          <ac:chgData name="Hemma Philamore" userId="db50e2f3-17b2-4cc0-b719-fb6254d3e9df" providerId="ADAL" clId="{976AD799-FE43-55CA-A221-11B5AB66B93B}" dt="2026-10-26T14:08:37.504" v="270" actId="692"/>
          <ac:cxnSpMkLst>
            <pc:docMk/>
            <pc:sldMk cId="818822214" sldId="258"/>
            <ac:cxnSpMk id="28" creationId="{CA1D45DC-2FC8-6888-A955-02E09D868AC1}"/>
          </ac:cxnSpMkLst>
        </pc:cxnChg>
        <pc:cxnChg chg="add mod">
          <ac:chgData name="Hemma Philamore" userId="db50e2f3-17b2-4cc0-b719-fb6254d3e9df" providerId="ADAL" clId="{976AD799-FE43-55CA-A221-11B5AB66B93B}" dt="2026-10-26T14:08:37.504" v="270" actId="692"/>
          <ac:cxnSpMkLst>
            <pc:docMk/>
            <pc:sldMk cId="818822214" sldId="258"/>
            <ac:cxnSpMk id="84" creationId="{8953C5E0-1352-304F-E5A4-6E2A0B075BD6}"/>
          </ac:cxnSpMkLst>
        </pc:cxnChg>
        <pc:cxnChg chg="mod topLvl">
          <ac:chgData name="Hemma Philamore" userId="db50e2f3-17b2-4cc0-b719-fb6254d3e9df" providerId="ADAL" clId="{976AD799-FE43-55CA-A221-11B5AB66B93B}" dt="2026-10-26T14:12:10.632" v="329" actId="14100"/>
          <ac:cxnSpMkLst>
            <pc:docMk/>
            <pc:sldMk cId="818822214" sldId="258"/>
            <ac:cxnSpMk id="114" creationId="{A773C88E-CD7F-B8F3-11DA-2E159491D435}"/>
          </ac:cxnSpMkLst>
        </pc:cxnChg>
        <pc:cxnChg chg="mod topLvl">
          <ac:chgData name="Hemma Philamore" userId="db50e2f3-17b2-4cc0-b719-fb6254d3e9df" providerId="ADAL" clId="{976AD799-FE43-55CA-A221-11B5AB66B93B}" dt="2026-10-26T14:12:05.777" v="328" actId="14100"/>
          <ac:cxnSpMkLst>
            <pc:docMk/>
            <pc:sldMk cId="818822214" sldId="258"/>
            <ac:cxnSpMk id="115" creationId="{229B8435-9CC1-145D-9CB1-AFEE2646401D}"/>
          </ac:cxnSpMkLst>
        </pc:cxnChg>
        <pc:cxnChg chg="mod topLvl">
          <ac:chgData name="Hemma Philamore" userId="db50e2f3-17b2-4cc0-b719-fb6254d3e9df" providerId="ADAL" clId="{976AD799-FE43-55CA-A221-11B5AB66B93B}" dt="2026-10-26T14:12:05.777" v="328" actId="14100"/>
          <ac:cxnSpMkLst>
            <pc:docMk/>
            <pc:sldMk cId="818822214" sldId="258"/>
            <ac:cxnSpMk id="116" creationId="{E198A755-DB47-96A1-1380-08FB2A234AA0}"/>
          </ac:cxnSpMkLst>
        </pc:cxnChg>
        <pc:cxnChg chg="mod">
          <ac:chgData name="Hemma Philamore" userId="db50e2f3-17b2-4cc0-b719-fb6254d3e9df" providerId="ADAL" clId="{976AD799-FE43-55CA-A221-11B5AB66B93B}" dt="2026-10-26T14:15:22.353" v="345" actId="208"/>
          <ac:cxnSpMkLst>
            <pc:docMk/>
            <pc:sldMk cId="818822214" sldId="258"/>
            <ac:cxnSpMk id="131" creationId="{698A2297-D560-157C-5E72-B14519BA8839}"/>
          </ac:cxnSpMkLst>
        </pc:cxnChg>
      </pc:sldChg>
      <pc:sldChg chg="addSp modSp new mod">
        <pc:chgData name="Hemma Philamore" userId="db50e2f3-17b2-4cc0-b719-fb6254d3e9df" providerId="ADAL" clId="{976AD799-FE43-55CA-A221-11B5AB66B93B}" dt="2026-10-28T15:07:34.201" v="356" actId="164"/>
        <pc:sldMkLst>
          <pc:docMk/>
          <pc:sldMk cId="740843639" sldId="261"/>
        </pc:sldMkLst>
        <pc:spChg chg="add mod">
          <ac:chgData name="Hemma Philamore" userId="db50e2f3-17b2-4cc0-b719-fb6254d3e9df" providerId="ADAL" clId="{976AD799-FE43-55CA-A221-11B5AB66B93B}" dt="2026-10-28T15:07:29.758" v="355" actId="207"/>
          <ac:spMkLst>
            <pc:docMk/>
            <pc:sldMk cId="740843639" sldId="261"/>
            <ac:spMk id="3" creationId="{36282F94-7182-E4E7-31C4-55E243F02479}"/>
          </ac:spMkLst>
        </pc:spChg>
        <pc:grpChg chg="add">
          <ac:chgData name="Hemma Philamore" userId="db50e2f3-17b2-4cc0-b719-fb6254d3e9df" providerId="ADAL" clId="{976AD799-FE43-55CA-A221-11B5AB66B93B}" dt="2026-10-28T15:07:34.201" v="356" actId="164"/>
          <ac:grpSpMkLst>
            <pc:docMk/>
            <pc:sldMk cId="740843639" sldId="261"/>
            <ac:grpSpMk id="4" creationId="{03988AF8-C393-4A78-3501-5DD5E7AB219D}"/>
          </ac:grpSpMkLst>
        </pc:grpChg>
        <pc:picChg chg="add mod">
          <ac:chgData name="Hemma Philamore" userId="db50e2f3-17b2-4cc0-b719-fb6254d3e9df" providerId="ADAL" clId="{976AD799-FE43-55CA-A221-11B5AB66B93B}" dt="2026-10-28T15:07:08.606" v="352" actId="14100"/>
          <ac:picMkLst>
            <pc:docMk/>
            <pc:sldMk cId="740843639" sldId="261"/>
            <ac:picMk id="2" creationId="{C67DF9C2-5EAF-D0DB-D92D-2AD6467B6DDD}"/>
          </ac:picMkLst>
        </pc:picChg>
      </pc:sldChg>
      <pc:sldChg chg="addSp new">
        <pc:chgData name="Hemma Philamore" userId="db50e2f3-17b2-4cc0-b719-fb6254d3e9df" providerId="ADAL" clId="{976AD799-FE43-55CA-A221-11B5AB66B93B}" dt="2026-10-28T15:48:54.805" v="358"/>
        <pc:sldMkLst>
          <pc:docMk/>
          <pc:sldMk cId="147272139" sldId="262"/>
        </pc:sldMkLst>
        <pc:picChg chg="add">
          <ac:chgData name="Hemma Philamore" userId="db50e2f3-17b2-4cc0-b719-fb6254d3e9df" providerId="ADAL" clId="{976AD799-FE43-55CA-A221-11B5AB66B93B}" dt="2026-10-28T15:48:54.805" v="358"/>
          <ac:picMkLst>
            <pc:docMk/>
            <pc:sldMk cId="147272139" sldId="262"/>
            <ac:picMk id="2" creationId="{F132659B-9933-B9FB-EE48-A2F515A8B33E}"/>
          </ac:picMkLst>
        </pc:picChg>
      </pc:sldChg>
      <pc:sldChg chg="addSp delSp modSp new mod">
        <pc:chgData name="Hemma Philamore" userId="db50e2f3-17b2-4cc0-b719-fb6254d3e9df" providerId="ADAL" clId="{976AD799-FE43-55CA-A221-11B5AB66B93B}" dt="2026-10-28T18:32:52.739" v="550" actId="478"/>
        <pc:sldMkLst>
          <pc:docMk/>
          <pc:sldMk cId="453573594" sldId="263"/>
        </pc:sldMkLst>
        <pc:spChg chg="mod">
          <ac:chgData name="Hemma Philamore" userId="db50e2f3-17b2-4cc0-b719-fb6254d3e9df" providerId="ADAL" clId="{976AD799-FE43-55CA-A221-11B5AB66B93B}" dt="2026-10-28T18:00:45.848" v="442" actId="1076"/>
          <ac:spMkLst>
            <pc:docMk/>
            <pc:sldMk cId="453573594" sldId="263"/>
            <ac:spMk id="3" creationId="{8FDDDDE0-93FC-90DC-48B1-BEE0FCDD4B23}"/>
          </ac:spMkLst>
        </pc:spChg>
        <pc:spChg chg="mod">
          <ac:chgData name="Hemma Philamore" userId="db50e2f3-17b2-4cc0-b719-fb6254d3e9df" providerId="ADAL" clId="{976AD799-FE43-55CA-A221-11B5AB66B93B}" dt="2026-10-28T18:00:54.103" v="443" actId="1076"/>
          <ac:spMkLst>
            <pc:docMk/>
            <pc:sldMk cId="453573594" sldId="263"/>
            <ac:spMk id="5" creationId="{A451A49E-131B-A150-59CB-19891CBEB5B3}"/>
          </ac:spMkLst>
        </pc:spChg>
        <pc:spChg chg="mod">
          <ac:chgData name="Hemma Philamore" userId="db50e2f3-17b2-4cc0-b719-fb6254d3e9df" providerId="ADAL" clId="{976AD799-FE43-55CA-A221-11B5AB66B93B}" dt="2026-10-28T17:58:59.043" v="364" actId="1076"/>
          <ac:spMkLst>
            <pc:docMk/>
            <pc:sldMk cId="453573594" sldId="263"/>
            <ac:spMk id="7" creationId="{02D7C1C3-8082-5AFF-2305-B75B7FFEA848}"/>
          </ac:spMkLst>
        </pc:spChg>
        <pc:spChg chg="de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18" creationId="{3961AAA8-3911-0E35-0C78-FCCCD465CE08}"/>
          </ac:spMkLst>
        </pc:spChg>
        <pc:spChg chg="de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19" creationId="{D6BC5354-29C6-F27C-B69E-7663A9BDA5F4}"/>
          </ac:spMkLst>
        </pc:spChg>
        <pc:spChg chg="del">
          <ac:chgData name="Hemma Philamore" userId="db50e2f3-17b2-4cc0-b719-fb6254d3e9df" providerId="ADAL" clId="{976AD799-FE43-55CA-A221-11B5AB66B93B}" dt="2026-10-28T17:59:55.578" v="403" actId="478"/>
          <ac:spMkLst>
            <pc:docMk/>
            <pc:sldMk cId="453573594" sldId="263"/>
            <ac:spMk id="20" creationId="{8AB78718-18A3-4F8C-1A59-DAEC4AE24202}"/>
          </ac:spMkLst>
        </pc:spChg>
        <pc:spChg chg="del">
          <ac:chgData name="Hemma Philamore" userId="db50e2f3-17b2-4cc0-b719-fb6254d3e9df" providerId="ADAL" clId="{976AD799-FE43-55CA-A221-11B5AB66B93B}" dt="2026-10-28T17:59:53.201" v="401" actId="478"/>
          <ac:spMkLst>
            <pc:docMk/>
            <pc:sldMk cId="453573594" sldId="263"/>
            <ac:spMk id="21" creationId="{50554732-2ED0-C1E9-885C-D7A8CADCEB4C}"/>
          </ac:spMkLst>
        </pc:spChg>
        <pc:spChg chg="de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22" creationId="{072D01DD-80AD-CE14-F7FA-AE8AC21B669E}"/>
          </ac:spMkLst>
        </pc:spChg>
        <pc:spChg chg="mod topLvl">
          <ac:chgData name="Hemma Philamore" userId="db50e2f3-17b2-4cc0-b719-fb6254d3e9df" providerId="ADAL" clId="{976AD799-FE43-55CA-A221-11B5AB66B93B}" dt="2026-10-28T17:59:26.912" v="382" actId="1076"/>
          <ac:spMkLst>
            <pc:docMk/>
            <pc:sldMk cId="453573594" sldId="263"/>
            <ac:spMk id="23" creationId="{E4D6692A-45BF-F394-28DD-D8FA523E4A5E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24" creationId="{C0BF13B2-A0BF-640E-6969-E6791E11A2EC}"/>
          </ac:spMkLst>
        </pc:spChg>
        <pc:spChg chg="del mod topLvl">
          <ac:chgData name="Hemma Philamore" userId="db50e2f3-17b2-4cc0-b719-fb6254d3e9df" providerId="ADAL" clId="{976AD799-FE43-55CA-A221-11B5AB66B93B}" dt="2026-10-28T18:01:14.827" v="465" actId="478"/>
          <ac:spMkLst>
            <pc:docMk/>
            <pc:sldMk cId="453573594" sldId="263"/>
            <ac:spMk id="25" creationId="{66B0C9B7-520D-BE6F-8696-9932746F2815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26" creationId="{02C27BC0-5303-0E7B-F7BD-AA4C91278C95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27" creationId="{01299C49-0C21-95A4-C703-051E22A03FFB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28" creationId="{34813B78-3ABD-B9B6-F1CA-90404C73A043}"/>
          </ac:spMkLst>
        </pc:spChg>
        <pc:spChg chg="del mod topLvl">
          <ac:chgData name="Hemma Philamore" userId="db50e2f3-17b2-4cc0-b719-fb6254d3e9df" providerId="ADAL" clId="{976AD799-FE43-55CA-A221-11B5AB66B93B}" dt="2026-10-28T17:59:57.029" v="404" actId="478"/>
          <ac:spMkLst>
            <pc:docMk/>
            <pc:sldMk cId="453573594" sldId="263"/>
            <ac:spMk id="31" creationId="{FDFA5F16-45F9-C740-5FE8-EE879D0BD429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32" creationId="{9D5812EF-A18F-2FAE-053F-9A6BDEBE352D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33" creationId="{F78305C5-D554-9FD2-2746-8F8885D3C43F}"/>
          </ac:spMkLst>
        </pc:spChg>
        <pc:spChg chg="del mod topLvl">
          <ac:chgData name="Hemma Philamore" userId="db50e2f3-17b2-4cc0-b719-fb6254d3e9df" providerId="ADAL" clId="{976AD799-FE43-55CA-A221-11B5AB66B93B}" dt="2026-10-28T18:01:12.129" v="464" actId="478"/>
          <ac:spMkLst>
            <pc:docMk/>
            <pc:sldMk cId="453573594" sldId="263"/>
            <ac:spMk id="34" creationId="{FEA11F6A-D1F8-D5D4-A203-7E3EB5F7C4BE}"/>
          </ac:spMkLst>
        </pc:spChg>
        <pc:spChg chg="add mod">
          <ac:chgData name="Hemma Philamore" userId="db50e2f3-17b2-4cc0-b719-fb6254d3e9df" providerId="ADAL" clId="{976AD799-FE43-55CA-A221-11B5AB66B93B}" dt="2026-10-28T17:59:10.761" v="370" actId="1076"/>
          <ac:spMkLst>
            <pc:docMk/>
            <pc:sldMk cId="453573594" sldId="263"/>
            <ac:spMk id="43" creationId="{F6243E1B-73B3-DB94-F6F8-5FB01F850EDC}"/>
          </ac:spMkLst>
        </pc:spChg>
        <pc:spChg chg="add mod">
          <ac:chgData name="Hemma Philamore" userId="db50e2f3-17b2-4cc0-b719-fb6254d3e9df" providerId="ADAL" clId="{976AD799-FE43-55CA-A221-11B5AB66B93B}" dt="2026-10-28T17:59:38.992" v="390" actId="1076"/>
          <ac:spMkLst>
            <pc:docMk/>
            <pc:sldMk cId="453573594" sldId="263"/>
            <ac:spMk id="44" creationId="{368EB7BB-BA1B-C57E-4DC9-4412CB9F18CF}"/>
          </ac:spMkLst>
        </pc:spChg>
        <pc:spChg chg="add mod">
          <ac:chgData name="Hemma Philamore" userId="db50e2f3-17b2-4cc0-b719-fb6254d3e9df" providerId="ADAL" clId="{976AD799-FE43-55CA-A221-11B5AB66B93B}" dt="2026-10-28T17:59:47.864" v="399" actId="14100"/>
          <ac:spMkLst>
            <pc:docMk/>
            <pc:sldMk cId="453573594" sldId="263"/>
            <ac:spMk id="45" creationId="{522DF8CE-14DF-F86E-E274-B88001FE709E}"/>
          </ac:spMkLst>
        </pc:spChg>
        <pc:spChg chg="add mod">
          <ac:chgData name="Hemma Philamore" userId="db50e2f3-17b2-4cc0-b719-fb6254d3e9df" providerId="ADAL" clId="{976AD799-FE43-55CA-A221-11B5AB66B93B}" dt="2026-10-28T18:00:54.103" v="443" actId="1076"/>
          <ac:spMkLst>
            <pc:docMk/>
            <pc:sldMk cId="453573594" sldId="263"/>
            <ac:spMk id="48" creationId="{887CC708-A3F3-6DFF-F1A0-1C3E38519A55}"/>
          </ac:spMkLst>
        </pc:spChg>
        <pc:spChg chg="add mod">
          <ac:chgData name="Hemma Philamore" userId="db50e2f3-17b2-4cc0-b719-fb6254d3e9df" providerId="ADAL" clId="{976AD799-FE43-55CA-A221-11B5AB66B93B}" dt="2026-10-28T18:01:08.616" v="463" actId="1076"/>
          <ac:spMkLst>
            <pc:docMk/>
            <pc:sldMk cId="453573594" sldId="263"/>
            <ac:spMk id="49" creationId="{10C0D20D-D5EC-7D24-0169-3010315A8C5B}"/>
          </ac:spMkLst>
        </pc:spChg>
        <pc:spChg chg="add del mod">
          <ac:chgData name="Hemma Philamore" userId="db50e2f3-17b2-4cc0-b719-fb6254d3e9df" providerId="ADAL" clId="{976AD799-FE43-55CA-A221-11B5AB66B93B}" dt="2026-10-28T18:32:50.692" v="548" actId="478"/>
          <ac:spMkLst>
            <pc:docMk/>
            <pc:sldMk cId="453573594" sldId="263"/>
            <ac:spMk id="76" creationId="{4918F367-FB71-D985-33F3-D79A6D51BBEA}"/>
          </ac:spMkLst>
        </pc:spChg>
        <pc:spChg chg="add del mod">
          <ac:chgData name="Hemma Philamore" userId="db50e2f3-17b2-4cc0-b719-fb6254d3e9df" providerId="ADAL" clId="{976AD799-FE43-55CA-A221-11B5AB66B93B}" dt="2026-10-28T18:32:52.739" v="550" actId="478"/>
          <ac:spMkLst>
            <pc:docMk/>
            <pc:sldMk cId="453573594" sldId="263"/>
            <ac:spMk id="80" creationId="{B1B68B66-9272-6ECE-DA02-CA27FF5A2CA9}"/>
          </ac:spMkLst>
        </pc:spChg>
        <pc:grpChg chg="mod">
          <ac:chgData name="Hemma Philamore" userId="db50e2f3-17b2-4cc0-b719-fb6254d3e9df" providerId="ADAL" clId="{976AD799-FE43-55CA-A221-11B5AB66B93B}" dt="2026-10-28T17:58:39.178" v="361" actId="1076"/>
          <ac:grpSpMkLst>
            <pc:docMk/>
            <pc:sldMk cId="453573594" sldId="263"/>
            <ac:grpSpMk id="2" creationId="{8BC3A8FF-1E55-9F8B-6215-64552F354DA2}"/>
          </ac:grpSpMkLst>
        </pc:grpChg>
        <pc:grpChg chg="add mod">
          <ac:chgData name="Hemma Philamore" userId="db50e2f3-17b2-4cc0-b719-fb6254d3e9df" providerId="ADAL" clId="{976AD799-FE43-55CA-A221-11B5AB66B93B}" dt="2026-10-28T18:19:46.509" v="525" actId="1076"/>
          <ac:grpSpMkLst>
            <pc:docMk/>
            <pc:sldMk cId="453573594" sldId="263"/>
            <ac:grpSpMk id="63" creationId="{F00578F3-096D-6C34-9A4A-DEFF9C851F24}"/>
          </ac:grpSpMkLst>
        </pc:grpChg>
        <pc:cxnChg chg="del mod">
          <ac:chgData name="Hemma Philamore" userId="db50e2f3-17b2-4cc0-b719-fb6254d3e9df" providerId="ADAL" clId="{976AD799-FE43-55CA-A221-11B5AB66B93B}" dt="2026-10-28T18:00:04.792" v="407" actId="478"/>
          <ac:cxnSpMkLst>
            <pc:docMk/>
            <pc:sldMk cId="453573594" sldId="263"/>
            <ac:cxnSpMk id="8" creationId="{23B8BC5F-2643-D420-9188-68E93D6A3FA9}"/>
          </ac:cxnSpMkLst>
        </pc:cxnChg>
        <pc:cxnChg chg="del mod">
          <ac:chgData name="Hemma Philamore" userId="db50e2f3-17b2-4cc0-b719-fb6254d3e9df" providerId="ADAL" clId="{976AD799-FE43-55CA-A221-11B5AB66B93B}" dt="2026-10-28T17:59:04.547" v="368" actId="478"/>
          <ac:cxnSpMkLst>
            <pc:docMk/>
            <pc:sldMk cId="453573594" sldId="263"/>
            <ac:cxnSpMk id="9" creationId="{8210E558-AB91-2E83-A1E9-CCE7C5A573A1}"/>
          </ac:cxnSpMkLst>
        </pc:cxnChg>
        <pc:cxnChg chg="del mod">
          <ac:chgData name="Hemma Philamore" userId="db50e2f3-17b2-4cc0-b719-fb6254d3e9df" providerId="ADAL" clId="{976AD799-FE43-55CA-A221-11B5AB66B93B}" dt="2026-10-28T17:59:03.030" v="366" actId="478"/>
          <ac:cxnSpMkLst>
            <pc:docMk/>
            <pc:sldMk cId="453573594" sldId="263"/>
            <ac:cxnSpMk id="10" creationId="{ED5FF0D9-69A6-0876-E391-DE98F4831290}"/>
          </ac:cxnSpMkLst>
        </pc:cxnChg>
        <pc:cxnChg chg="del mod">
          <ac:chgData name="Hemma Philamore" userId="db50e2f3-17b2-4cc0-b719-fb6254d3e9df" providerId="ADAL" clId="{976AD799-FE43-55CA-A221-11B5AB66B93B}" dt="2026-10-28T17:59:03.648" v="367" actId="478"/>
          <ac:cxnSpMkLst>
            <pc:docMk/>
            <pc:sldMk cId="453573594" sldId="263"/>
            <ac:cxnSpMk id="11" creationId="{D217AEDE-7C4C-D554-10C4-E789FCDB9C79}"/>
          </ac:cxnSpMkLst>
        </pc:cxnChg>
        <pc:cxnChg chg="del mod">
          <ac:chgData name="Hemma Philamore" userId="db50e2f3-17b2-4cc0-b719-fb6254d3e9df" providerId="ADAL" clId="{976AD799-FE43-55CA-A221-11B5AB66B93B}" dt="2026-10-28T18:00:06.216" v="408" actId="478"/>
          <ac:cxnSpMkLst>
            <pc:docMk/>
            <pc:sldMk cId="453573594" sldId="263"/>
            <ac:cxnSpMk id="12" creationId="{7748B998-F6DE-D60E-5836-BE8A668DE17B}"/>
          </ac:cxnSpMkLst>
        </pc:cxnChg>
        <pc:cxnChg chg="del mod">
          <ac:chgData name="Hemma Philamore" userId="db50e2f3-17b2-4cc0-b719-fb6254d3e9df" providerId="ADAL" clId="{976AD799-FE43-55CA-A221-11B5AB66B93B}" dt="2026-10-28T17:59:54.079" v="402" actId="478"/>
          <ac:cxnSpMkLst>
            <pc:docMk/>
            <pc:sldMk cId="453573594" sldId="263"/>
            <ac:cxnSpMk id="13" creationId="{28AEE1D9-9AF3-97E3-ADAC-0BA2C4A1A81C}"/>
          </ac:cxnSpMkLst>
        </pc:cxnChg>
        <pc:cxnChg chg="del mod">
          <ac:chgData name="Hemma Philamore" userId="db50e2f3-17b2-4cc0-b719-fb6254d3e9df" providerId="ADAL" clId="{976AD799-FE43-55CA-A221-11B5AB66B93B}" dt="2026-10-28T17:59:57.650" v="405" actId="478"/>
          <ac:cxnSpMkLst>
            <pc:docMk/>
            <pc:sldMk cId="453573594" sldId="263"/>
            <ac:cxnSpMk id="14" creationId="{7F38F93D-7B6A-E45E-06BF-2826F1436FD4}"/>
          </ac:cxnSpMkLst>
        </pc:cxnChg>
        <pc:cxnChg chg="del mod">
          <ac:chgData name="Hemma Philamore" userId="db50e2f3-17b2-4cc0-b719-fb6254d3e9df" providerId="ADAL" clId="{976AD799-FE43-55CA-A221-11B5AB66B93B}" dt="2026-10-28T17:59:52.287" v="400" actId="478"/>
          <ac:cxnSpMkLst>
            <pc:docMk/>
            <pc:sldMk cId="453573594" sldId="263"/>
            <ac:cxnSpMk id="15" creationId="{3738AB66-C812-D838-7DD4-39A44B7B9C9E}"/>
          </ac:cxnSpMkLst>
        </pc:cxnChg>
        <pc:cxnChg chg="del mod">
          <ac:chgData name="Hemma Philamore" userId="db50e2f3-17b2-4cc0-b719-fb6254d3e9df" providerId="ADAL" clId="{976AD799-FE43-55CA-A221-11B5AB66B93B}" dt="2026-10-28T17:59:02.409" v="365" actId="478"/>
          <ac:cxnSpMkLst>
            <pc:docMk/>
            <pc:sldMk cId="453573594" sldId="263"/>
            <ac:cxnSpMk id="29" creationId="{4FF7517D-139C-B9C1-58D3-7E80E9F72524}"/>
          </ac:cxnSpMkLst>
        </pc:cxnChg>
        <pc:cxnChg chg="add mod">
          <ac:chgData name="Hemma Philamore" userId="db50e2f3-17b2-4cc0-b719-fb6254d3e9df" providerId="ADAL" clId="{976AD799-FE43-55CA-A221-11B5AB66B93B}" dt="2026-10-28T18:02:00.544" v="477" actId="1076"/>
          <ac:cxnSpMkLst>
            <pc:docMk/>
            <pc:sldMk cId="453573594" sldId="263"/>
            <ac:cxnSpMk id="51" creationId="{852363C4-DC28-534F-58B7-FE0C80AB9E34}"/>
          </ac:cxnSpMkLst>
        </pc:cxnChg>
        <pc:cxnChg chg="add mod">
          <ac:chgData name="Hemma Philamore" userId="db50e2f3-17b2-4cc0-b719-fb6254d3e9df" providerId="ADAL" clId="{976AD799-FE43-55CA-A221-11B5AB66B93B}" dt="2026-10-28T18:02:12.584" v="481" actId="1076"/>
          <ac:cxnSpMkLst>
            <pc:docMk/>
            <pc:sldMk cId="453573594" sldId="263"/>
            <ac:cxnSpMk id="54" creationId="{FAC81D88-2962-3156-8BE6-4F9FFD48141C}"/>
          </ac:cxnSpMkLst>
        </pc:cxnChg>
        <pc:cxnChg chg="add mod">
          <ac:chgData name="Hemma Philamore" userId="db50e2f3-17b2-4cc0-b719-fb6254d3e9df" providerId="ADAL" clId="{976AD799-FE43-55CA-A221-11B5AB66B93B}" dt="2026-10-28T18:02:20.561" v="483" actId="1076"/>
          <ac:cxnSpMkLst>
            <pc:docMk/>
            <pc:sldMk cId="453573594" sldId="263"/>
            <ac:cxnSpMk id="56" creationId="{A44A018A-6C12-1393-204C-98ADA363073A}"/>
          </ac:cxnSpMkLst>
        </pc:cxnChg>
        <pc:cxnChg chg="add mod">
          <ac:chgData name="Hemma Philamore" userId="db50e2f3-17b2-4cc0-b719-fb6254d3e9df" providerId="ADAL" clId="{976AD799-FE43-55CA-A221-11B5AB66B93B}" dt="2026-10-28T18:02:34.842" v="486" actId="1076"/>
          <ac:cxnSpMkLst>
            <pc:docMk/>
            <pc:sldMk cId="453573594" sldId="263"/>
            <ac:cxnSpMk id="57" creationId="{26281A36-8256-06B9-1FBC-F0702E8FCA23}"/>
          </ac:cxnSpMkLst>
        </pc:cxnChg>
        <pc:cxnChg chg="add del mod">
          <ac:chgData name="Hemma Philamore" userId="db50e2f3-17b2-4cc0-b719-fb6254d3e9df" providerId="ADAL" clId="{976AD799-FE43-55CA-A221-11B5AB66B93B}" dt="2026-10-28T18:15:38.501" v="517" actId="478"/>
          <ac:cxnSpMkLst>
            <pc:docMk/>
            <pc:sldMk cId="453573594" sldId="263"/>
            <ac:cxnSpMk id="58" creationId="{D9E1556D-4790-189C-0A15-3FF7507AE199}"/>
          </ac:cxnSpMkLst>
        </pc:cxnChg>
        <pc:cxnChg chg="add mod">
          <ac:chgData name="Hemma Philamore" userId="db50e2f3-17b2-4cc0-b719-fb6254d3e9df" providerId="ADAL" clId="{976AD799-FE43-55CA-A221-11B5AB66B93B}" dt="2026-10-28T18:03:08.944" v="496" actId="1076"/>
          <ac:cxnSpMkLst>
            <pc:docMk/>
            <pc:sldMk cId="453573594" sldId="263"/>
            <ac:cxnSpMk id="61" creationId="{1CC2A64D-9F8E-1F43-2C9F-5CB3E291B68E}"/>
          </ac:cxnSpMkLst>
        </pc:cxnChg>
        <pc:cxnChg chg="add del mod">
          <ac:chgData name="Hemma Philamore" userId="db50e2f3-17b2-4cc0-b719-fb6254d3e9df" providerId="ADAL" clId="{976AD799-FE43-55CA-A221-11B5AB66B93B}" dt="2026-10-28T18:15:23.877" v="512" actId="478"/>
          <ac:cxnSpMkLst>
            <pc:docMk/>
            <pc:sldMk cId="453573594" sldId="263"/>
            <ac:cxnSpMk id="65" creationId="{B1F8A7FC-0C32-B2B5-CA59-E1BA80212E4F}"/>
          </ac:cxnSpMkLst>
        </pc:cxnChg>
        <pc:cxnChg chg="add mod">
          <ac:chgData name="Hemma Philamore" userId="db50e2f3-17b2-4cc0-b719-fb6254d3e9df" providerId="ADAL" clId="{976AD799-FE43-55CA-A221-11B5AB66B93B}" dt="2026-10-28T18:19:46.509" v="525" actId="1076"/>
          <ac:cxnSpMkLst>
            <pc:docMk/>
            <pc:sldMk cId="453573594" sldId="263"/>
            <ac:cxnSpMk id="73" creationId="{5563D653-460B-E5DE-3CC6-C159911A822F}"/>
          </ac:cxnSpMkLst>
        </pc:cxnChg>
        <pc:cxnChg chg="add del mod">
          <ac:chgData name="Hemma Philamore" userId="db50e2f3-17b2-4cc0-b719-fb6254d3e9df" providerId="ADAL" clId="{976AD799-FE43-55CA-A221-11B5AB66B93B}" dt="2026-10-28T18:19:57.125" v="529" actId="478"/>
          <ac:cxnSpMkLst>
            <pc:docMk/>
            <pc:sldMk cId="453573594" sldId="263"/>
            <ac:cxnSpMk id="77" creationId="{AA7A8BA8-00BF-6091-F608-D5EF38A669EC}"/>
          </ac:cxnSpMkLst>
        </pc:cxnChg>
        <pc:cxnChg chg="add del mod">
          <ac:chgData name="Hemma Philamore" userId="db50e2f3-17b2-4cc0-b719-fb6254d3e9df" providerId="ADAL" clId="{976AD799-FE43-55CA-A221-11B5AB66B93B}" dt="2026-10-28T18:20:52.533" v="541" actId="478"/>
          <ac:cxnSpMkLst>
            <pc:docMk/>
            <pc:sldMk cId="453573594" sldId="263"/>
            <ac:cxnSpMk id="78" creationId="{A7B1E1E1-68D8-7007-8E35-144A09A9C21A}"/>
          </ac:cxnSpMkLst>
        </pc:cxnChg>
        <pc:cxnChg chg="add del mod">
          <ac:chgData name="Hemma Philamore" userId="db50e2f3-17b2-4cc0-b719-fb6254d3e9df" providerId="ADAL" clId="{976AD799-FE43-55CA-A221-11B5AB66B93B}" dt="2026-10-28T18:32:51.754" v="549" actId="478"/>
          <ac:cxnSpMkLst>
            <pc:docMk/>
            <pc:sldMk cId="453573594" sldId="263"/>
            <ac:cxnSpMk id="81" creationId="{DF8C8A8D-12A8-9833-7B2D-282A54563EA1}"/>
          </ac:cxnSpMkLst>
        </pc:cxnChg>
      </pc:sldChg>
    </pc:docChg>
  </pc:docChgLst>
  <pc:docChgLst>
    <pc:chgData name="Hemma Philamore" userId="db50e2f3-17b2-4cc0-b719-fb6254d3e9df" providerId="ADAL" clId="{B5D85944-D90A-5912-90C6-4C26E424D3D6}"/>
    <pc:docChg chg="undo custSel addSld modSld">
      <pc:chgData name="Hemma Philamore" userId="db50e2f3-17b2-4cc0-b719-fb6254d3e9df" providerId="ADAL" clId="{B5D85944-D90A-5912-90C6-4C26E424D3D6}" dt="2026-10-28T00:48:50.562" v="234" actId="164"/>
      <pc:docMkLst>
        <pc:docMk/>
      </pc:docMkLst>
      <pc:sldChg chg="addSp modSp new mod">
        <pc:chgData name="Hemma Philamore" userId="db50e2f3-17b2-4cc0-b719-fb6254d3e9df" providerId="ADAL" clId="{B5D85944-D90A-5912-90C6-4C26E424D3D6}" dt="2026-10-28T00:34:51.193" v="12" actId="1076"/>
        <pc:sldMkLst>
          <pc:docMk/>
          <pc:sldMk cId="110236372" sldId="259"/>
        </pc:sldMkLst>
        <pc:picChg chg="add mod">
          <ac:chgData name="Hemma Philamore" userId="db50e2f3-17b2-4cc0-b719-fb6254d3e9df" providerId="ADAL" clId="{B5D85944-D90A-5912-90C6-4C26E424D3D6}" dt="2026-10-28T00:33:53.392" v="2" actId="1076"/>
          <ac:picMkLst>
            <pc:docMk/>
            <pc:sldMk cId="110236372" sldId="259"/>
            <ac:picMk id="2" creationId="{5DF3E9AD-B7C5-4363-4252-6DBB0BCE50BA}"/>
          </ac:picMkLst>
        </pc:picChg>
        <pc:picChg chg="add mod modCrop">
          <ac:chgData name="Hemma Philamore" userId="db50e2f3-17b2-4cc0-b719-fb6254d3e9df" providerId="ADAL" clId="{B5D85944-D90A-5912-90C6-4C26E424D3D6}" dt="2026-10-28T00:34:32.384" v="7" actId="1076"/>
          <ac:picMkLst>
            <pc:docMk/>
            <pc:sldMk cId="110236372" sldId="259"/>
            <ac:picMk id="3" creationId="{D1F1AEB5-8EDA-45BA-5272-84BEF8C3DAD9}"/>
          </ac:picMkLst>
        </pc:picChg>
        <pc:picChg chg="add mod modCrop">
          <ac:chgData name="Hemma Philamore" userId="db50e2f3-17b2-4cc0-b719-fb6254d3e9df" providerId="ADAL" clId="{B5D85944-D90A-5912-90C6-4C26E424D3D6}" dt="2026-10-28T00:34:51.193" v="12" actId="1076"/>
          <ac:picMkLst>
            <pc:docMk/>
            <pc:sldMk cId="110236372" sldId="259"/>
            <ac:picMk id="4" creationId="{9E083881-4318-55B1-31BA-0820174BB903}"/>
          </ac:picMkLst>
        </pc:picChg>
      </pc:sldChg>
      <pc:sldChg chg="addSp delSp modSp new mod">
        <pc:chgData name="Hemma Philamore" userId="db50e2f3-17b2-4cc0-b719-fb6254d3e9df" providerId="ADAL" clId="{B5D85944-D90A-5912-90C6-4C26E424D3D6}" dt="2026-10-28T00:48:50.562" v="234" actId="164"/>
        <pc:sldMkLst>
          <pc:docMk/>
          <pc:sldMk cId="1492292829" sldId="260"/>
        </pc:sldMkLst>
        <pc:spChg chg="add del mod">
          <ac:chgData name="Hemma Philamore" userId="db50e2f3-17b2-4cc0-b719-fb6254d3e9df" providerId="ADAL" clId="{B5D85944-D90A-5912-90C6-4C26E424D3D6}" dt="2026-10-28T00:45:02.969" v="108" actId="478"/>
          <ac:spMkLst>
            <pc:docMk/>
            <pc:sldMk cId="1492292829" sldId="260"/>
            <ac:spMk id="3" creationId="{F2953987-6EB9-A5D4-2FCA-03F1E3A9C443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4" creationId="{B168EDA8-3898-FB45-B24C-8D3DB86F56B6}"/>
          </ac:spMkLst>
        </pc:spChg>
        <pc:spChg chg="add del mod">
          <ac:chgData name="Hemma Philamore" userId="db50e2f3-17b2-4cc0-b719-fb6254d3e9df" providerId="ADAL" clId="{B5D85944-D90A-5912-90C6-4C26E424D3D6}" dt="2026-10-28T00:45:27.177" v="115" actId="478"/>
          <ac:spMkLst>
            <pc:docMk/>
            <pc:sldMk cId="1492292829" sldId="260"/>
            <ac:spMk id="5" creationId="{574BF8CF-129A-AC08-1B1A-AB6BB7F5FA5C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6" creationId="{DA5D2A77-6CFB-F254-7FDF-26F5955669F9}"/>
          </ac:spMkLst>
        </pc:spChg>
        <pc:spChg chg="add del mod">
          <ac:chgData name="Hemma Philamore" userId="db50e2f3-17b2-4cc0-b719-fb6254d3e9df" providerId="ADAL" clId="{B5D85944-D90A-5912-90C6-4C26E424D3D6}" dt="2026-10-28T00:45:32.659" v="117" actId="478"/>
          <ac:spMkLst>
            <pc:docMk/>
            <pc:sldMk cId="1492292829" sldId="260"/>
            <ac:spMk id="7" creationId="{935B3AFE-4AC6-70E7-4A5F-1DE8086A4173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8" creationId="{615A982A-7A8C-1816-E98F-9E3B30B56E4B}"/>
          </ac:spMkLst>
        </pc:spChg>
        <pc:spChg chg="add del mod">
          <ac:chgData name="Hemma Philamore" userId="db50e2f3-17b2-4cc0-b719-fb6254d3e9df" providerId="ADAL" clId="{B5D85944-D90A-5912-90C6-4C26E424D3D6}" dt="2026-10-28T00:46:05.565" v="129" actId="478"/>
          <ac:spMkLst>
            <pc:docMk/>
            <pc:sldMk cId="1492292829" sldId="260"/>
            <ac:spMk id="9" creationId="{A1A0615F-00C2-6BC5-9B8D-BF935762A5ED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10" creationId="{60EFC832-8D13-7839-FC6F-2BB66549F911}"/>
          </ac:spMkLst>
        </pc:spChg>
        <pc:spChg chg="add del mod">
          <ac:chgData name="Hemma Philamore" userId="db50e2f3-17b2-4cc0-b719-fb6254d3e9df" providerId="ADAL" clId="{B5D85944-D90A-5912-90C6-4C26E424D3D6}" dt="2026-10-28T00:46:13.081" v="131" actId="478"/>
          <ac:spMkLst>
            <pc:docMk/>
            <pc:sldMk cId="1492292829" sldId="260"/>
            <ac:spMk id="11" creationId="{42772F8D-F9A3-5B7D-A1BA-F2A088869BD1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12" creationId="{EEE0CA48-27ED-0938-0EF4-21B9A5F446CC}"/>
          </ac:spMkLst>
        </pc:spChg>
        <pc:spChg chg="add del mod">
          <ac:chgData name="Hemma Philamore" userId="db50e2f3-17b2-4cc0-b719-fb6254d3e9df" providerId="ADAL" clId="{B5D85944-D90A-5912-90C6-4C26E424D3D6}" dt="2026-10-28T00:46:14.127" v="132" actId="478"/>
          <ac:spMkLst>
            <pc:docMk/>
            <pc:sldMk cId="1492292829" sldId="260"/>
            <ac:spMk id="13" creationId="{1DD1FAB3-E705-53D9-32F8-B91752943710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14" creationId="{763C79F9-CCD8-96B0-CFEB-FB4D858742FB}"/>
          </ac:spMkLst>
        </pc:spChg>
        <pc:spChg chg="add del mod">
          <ac:chgData name="Hemma Philamore" userId="db50e2f3-17b2-4cc0-b719-fb6254d3e9df" providerId="ADAL" clId="{B5D85944-D90A-5912-90C6-4C26E424D3D6}" dt="2026-10-28T00:47:41.443" v="205" actId="478"/>
          <ac:spMkLst>
            <pc:docMk/>
            <pc:sldMk cId="1492292829" sldId="260"/>
            <ac:spMk id="15" creationId="{C694F3A6-FF4B-FE9B-9026-DD8E5DA15C65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16" creationId="{85F6C4D9-B933-346B-07D8-97BFAA1EAE37}"/>
          </ac:spMkLst>
        </pc:spChg>
        <pc:spChg chg="add del mod">
          <ac:chgData name="Hemma Philamore" userId="db50e2f3-17b2-4cc0-b719-fb6254d3e9df" providerId="ADAL" clId="{B5D85944-D90A-5912-90C6-4C26E424D3D6}" dt="2026-10-28T00:47:43.224" v="206" actId="478"/>
          <ac:spMkLst>
            <pc:docMk/>
            <pc:sldMk cId="1492292829" sldId="260"/>
            <ac:spMk id="17" creationId="{4ABE832C-3F4A-8908-E934-DD993134F0A9}"/>
          </ac:spMkLst>
        </pc:spChg>
        <pc:spChg chg="add mod">
          <ac:chgData name="Hemma Philamore" userId="db50e2f3-17b2-4cc0-b719-fb6254d3e9df" providerId="ADAL" clId="{B5D85944-D90A-5912-90C6-4C26E424D3D6}" dt="2026-10-28T00:48:50.562" v="234" actId="164"/>
          <ac:spMkLst>
            <pc:docMk/>
            <pc:sldMk cId="1492292829" sldId="260"/>
            <ac:spMk id="18" creationId="{77331A54-6494-FB96-A505-A7379F15EAE1}"/>
          </ac:spMkLst>
        </pc:spChg>
        <pc:grpChg chg="add mod">
          <ac:chgData name="Hemma Philamore" userId="db50e2f3-17b2-4cc0-b719-fb6254d3e9df" providerId="ADAL" clId="{B5D85944-D90A-5912-90C6-4C26E424D3D6}" dt="2026-10-28T00:48:50.562" v="234" actId="164"/>
          <ac:grpSpMkLst>
            <pc:docMk/>
            <pc:sldMk cId="1492292829" sldId="260"/>
            <ac:grpSpMk id="39" creationId="{F3CCA625-13C1-13D1-081D-D8C10CA4A315}"/>
          </ac:grpSpMkLst>
        </pc:grpChg>
        <pc:picChg chg="add mod">
          <ac:chgData name="Hemma Philamore" userId="db50e2f3-17b2-4cc0-b719-fb6254d3e9df" providerId="ADAL" clId="{B5D85944-D90A-5912-90C6-4C26E424D3D6}" dt="2026-10-28T00:48:45.255" v="233" actId="1076"/>
          <ac:picMkLst>
            <pc:docMk/>
            <pc:sldMk cId="1492292829" sldId="260"/>
            <ac:picMk id="2" creationId="{B55D73CB-2E9D-0856-4F55-EAB9F1CA5BC5}"/>
          </ac:picMkLst>
        </pc:picChg>
        <pc:cxnChg chg="add">
          <ac:chgData name="Hemma Philamore" userId="db50e2f3-17b2-4cc0-b719-fb6254d3e9df" providerId="ADAL" clId="{B5D85944-D90A-5912-90C6-4C26E424D3D6}" dt="2026-10-28T00:47:51.660" v="207" actId="11529"/>
          <ac:cxnSpMkLst>
            <pc:docMk/>
            <pc:sldMk cId="1492292829" sldId="260"/>
            <ac:cxnSpMk id="20" creationId="{066601BF-16D2-960B-D5DB-3D109FACF512}"/>
          </ac:cxnSpMkLst>
        </pc:cxnChg>
        <pc:cxnChg chg="add mod">
          <ac:chgData name="Hemma Philamore" userId="db50e2f3-17b2-4cc0-b719-fb6254d3e9df" providerId="ADAL" clId="{B5D85944-D90A-5912-90C6-4C26E424D3D6}" dt="2026-10-28T00:48:50.562" v="234" actId="164"/>
          <ac:cxnSpMkLst>
            <pc:docMk/>
            <pc:sldMk cId="1492292829" sldId="260"/>
            <ac:cxnSpMk id="21" creationId="{1EBCE35E-89F1-9E8C-3F73-ACD8AC4E1150}"/>
          </ac:cxnSpMkLst>
        </pc:cxnChg>
        <pc:cxnChg chg="add mod">
          <ac:chgData name="Hemma Philamore" userId="db50e2f3-17b2-4cc0-b719-fb6254d3e9df" providerId="ADAL" clId="{B5D85944-D90A-5912-90C6-4C26E424D3D6}" dt="2026-10-28T00:48:07.820" v="215" actId="14100"/>
          <ac:cxnSpMkLst>
            <pc:docMk/>
            <pc:sldMk cId="1492292829" sldId="260"/>
            <ac:cxnSpMk id="24" creationId="{0C9B2F68-4B7F-D4F0-9993-1D421F9CCE53}"/>
          </ac:cxnSpMkLst>
        </pc:cxnChg>
        <pc:cxnChg chg="add mod">
          <ac:chgData name="Hemma Philamore" userId="db50e2f3-17b2-4cc0-b719-fb6254d3e9df" providerId="ADAL" clId="{B5D85944-D90A-5912-90C6-4C26E424D3D6}" dt="2026-10-28T00:48:15.655" v="219" actId="14100"/>
          <ac:cxnSpMkLst>
            <pc:docMk/>
            <pc:sldMk cId="1492292829" sldId="260"/>
            <ac:cxnSpMk id="27" creationId="{30AB3E62-E587-47BC-B65C-6562AC60E87E}"/>
          </ac:cxnSpMkLst>
        </pc:cxnChg>
        <pc:cxnChg chg="add mod">
          <ac:chgData name="Hemma Philamore" userId="db50e2f3-17b2-4cc0-b719-fb6254d3e9df" providerId="ADAL" clId="{B5D85944-D90A-5912-90C6-4C26E424D3D6}" dt="2026-10-28T00:48:23.791" v="223" actId="14100"/>
          <ac:cxnSpMkLst>
            <pc:docMk/>
            <pc:sldMk cId="1492292829" sldId="260"/>
            <ac:cxnSpMk id="30" creationId="{E52AE403-A3A6-7F2C-53B9-CC81B6BB7E03}"/>
          </ac:cxnSpMkLst>
        </pc:cxnChg>
        <pc:cxnChg chg="add mod">
          <ac:chgData name="Hemma Philamore" userId="db50e2f3-17b2-4cc0-b719-fb6254d3e9df" providerId="ADAL" clId="{B5D85944-D90A-5912-90C6-4C26E424D3D6}" dt="2026-10-28T00:48:31.163" v="227" actId="14100"/>
          <ac:cxnSpMkLst>
            <pc:docMk/>
            <pc:sldMk cId="1492292829" sldId="260"/>
            <ac:cxnSpMk id="33" creationId="{32549293-27F8-A575-E242-4CDE74C6585D}"/>
          </ac:cxnSpMkLst>
        </pc:cxnChg>
        <pc:cxnChg chg="add mod">
          <ac:chgData name="Hemma Philamore" userId="db50e2f3-17b2-4cc0-b719-fb6254d3e9df" providerId="ADAL" clId="{B5D85944-D90A-5912-90C6-4C26E424D3D6}" dt="2026-10-28T00:48:39.081" v="231" actId="14100"/>
          <ac:cxnSpMkLst>
            <pc:docMk/>
            <pc:sldMk cId="1492292829" sldId="260"/>
            <ac:cxnSpMk id="36" creationId="{CD0B4E94-8AAD-65EE-8B9F-44708BE1A47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84A5-0A51-CEC8-FCD8-C427E4A18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B289A-D3C2-86D2-0032-F61BEFA4F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15B1-DE28-19E0-1DD6-7F75890D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29DFC-D302-7D4D-3DFD-15BB844A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300F1-7240-3836-BB9B-969F432D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5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A6CA-10DF-07A4-AF1D-02C0D194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B08E-E067-AD7E-4668-BCDA94536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3D534-C98C-899C-FB26-1CC72BE7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DA68B-59B3-9982-0CCE-4376BA74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4893-BDF5-9C5D-E193-D3DC1960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1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2D1D-45A5-D674-A6C8-712A4DCF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400B4-D49C-55E2-17AF-0C2C60481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062FB-FC62-E5C4-2E29-589C17E3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CE90-F98D-3CAB-F2D1-284744CF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26506-BAEE-BF5E-75CC-9F21027B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4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CA78-0673-2C0B-67B2-804E43D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0047F-DBB9-9FAE-A5DD-5E5F5B5B1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0FA55-F84E-160A-4698-90FE3DCC8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D19C9-BCE3-1667-84D3-6FA3B325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37A75-A41D-51BC-1EFB-035ED2E2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5F252-8C9D-3E0B-13E3-84C1AFE3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2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C8B4-8579-76CF-2CBA-74F9DCA2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D15A8-B44E-0055-D9F8-61D407C45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CEFC2-3697-13C1-D170-F457CCBC0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16BCA-0A1F-47BF-FB6F-9AB1C1CFB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4C183-AF7C-4285-E32C-20E7E2738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B4487-0054-49D4-2585-09ED1A41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8E4E6-108B-E903-7CBA-E4175BF3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5A98B-7092-1747-8AD3-702087B3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1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718C-EC1D-B7F1-1D73-70916582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D652F-B4DC-3D35-38A9-2D29836D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5147B-4C1B-5634-C450-2569FF03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D8AE3-5A8F-97A3-CD08-4D83E659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D836A-2964-1BA7-3DF0-8AB62E0E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6690C-41A5-4C1B-981F-BC86B470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866E-201C-B5E7-FD8F-DAF8C77A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2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578D-01E5-BFD0-683B-7B451068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7BC5-D84D-D8D2-4E72-CC6552B2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DD77A-D36F-F576-E3B3-6BD2B01E7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5C07E-0317-728F-C188-370BEA3A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9BA20-88F5-C9D6-545B-1E11FE2D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FEB56-0398-E2AE-F854-5FD10C71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9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9E1F-D015-4D80-4D60-B2BE86F43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44C1F-5035-21AD-D507-BE36DBCCCF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7DA4C-2F59-795C-7EB9-F85C05E27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54A5B-A4BC-D8D8-0C01-F384BC70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45DC8-AA3B-2508-FC25-D803C58B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0E7FF-C840-D2AB-334D-1FF54506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4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B6BB-68D4-25C0-1622-2A049227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2BC57-67E6-3D0F-D29B-5BFC9AD0C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BCB0-725F-E2A4-44AA-89981FC7C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F3180-3B5B-BA0D-0EE2-2D522263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40461-9776-B97F-C197-4739E700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0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66AE-3AF6-67E1-02CF-5A2A42054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48D64-B0CA-EFF6-8337-E8E18E7FC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46110-390C-0312-D67B-9CE07BFB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90957-5DCE-8566-5F2D-5D5A873A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2BD29-3CFD-73E8-AE39-2A0AFE1B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9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B8BD1-1093-F83B-7D75-C88CB7153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1D946-AF5B-2FCD-DCF4-9F8FE0056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6328F-8F29-D6BC-1E97-91BDE1845C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5AF9A-95AE-7742-927B-08340FD5233B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F4B29-E15B-A327-62C2-3FEA18164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C4C4E-6014-F8B8-B536-D3E9EDFB4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7C848-E27A-734D-9091-A4430EF1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8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eCodeCamp.org">
            <a:extLst>
              <a:ext uri="{FF2B5EF4-FFF2-40B4-BE49-F238E27FC236}">
                <a16:creationId xmlns:a16="http://schemas.microsoft.com/office/drawing/2014/main" id="{80A49BB3-B88A-50D4-089E-2469C398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86" y="857922"/>
            <a:ext cx="7772400" cy="46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1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8514EE9D-8518-14AD-5972-C786FCA2EA6A}"/>
              </a:ext>
            </a:extLst>
          </p:cNvPr>
          <p:cNvGrpSpPr/>
          <p:nvPr/>
        </p:nvGrpSpPr>
        <p:grpSpPr>
          <a:xfrm>
            <a:off x="389238" y="1547037"/>
            <a:ext cx="5324741" cy="3763926"/>
            <a:chOff x="3361038" y="617837"/>
            <a:chExt cx="5324741" cy="37639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FE2233B-7FBB-8424-6C06-C24D31DA81C1}"/>
                </a:ext>
              </a:extLst>
            </p:cNvPr>
            <p:cNvGrpSpPr/>
            <p:nvPr/>
          </p:nvGrpSpPr>
          <p:grpSpPr>
            <a:xfrm>
              <a:off x="5301049" y="617837"/>
              <a:ext cx="900000" cy="900000"/>
              <a:chOff x="5301049" y="617837"/>
              <a:chExt cx="900000" cy="90000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45E68DF-88C0-7BCA-0BA5-5DD49CE5751A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CB2330-472E-CDCB-67F9-E39626B57900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A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548886A-96BF-52B5-31A6-BDEBF76F6385}"/>
                </a:ext>
              </a:extLst>
            </p:cNvPr>
            <p:cNvGrpSpPr/>
            <p:nvPr/>
          </p:nvGrpSpPr>
          <p:grpSpPr>
            <a:xfrm>
              <a:off x="7785779" y="1219952"/>
              <a:ext cx="900000" cy="900000"/>
              <a:chOff x="5301049" y="617837"/>
              <a:chExt cx="900000" cy="90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762A312-AF43-90C1-4C1C-F9633B63FC6A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BC3D28-F97B-8633-DCE5-4254DDA6AEDE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9A252AC-165A-3F9B-C4F8-D17FFF3E22A0}"/>
                </a:ext>
              </a:extLst>
            </p:cNvPr>
            <p:cNvGrpSpPr/>
            <p:nvPr/>
          </p:nvGrpSpPr>
          <p:grpSpPr>
            <a:xfrm>
              <a:off x="5980671" y="1927384"/>
              <a:ext cx="900000" cy="900000"/>
              <a:chOff x="5301049" y="617837"/>
              <a:chExt cx="900000" cy="90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3A60FE3-EB66-BADD-2F60-8DD668CE2EA2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7B8F53-B50B-5B3E-1BC7-34FBC91335D6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D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9F1BEA-434F-0810-30A3-F25B63025FBA}"/>
                </a:ext>
              </a:extLst>
            </p:cNvPr>
            <p:cNvGrpSpPr/>
            <p:nvPr/>
          </p:nvGrpSpPr>
          <p:grpSpPr>
            <a:xfrm>
              <a:off x="5392671" y="3481763"/>
              <a:ext cx="900000" cy="900000"/>
              <a:chOff x="5301049" y="617837"/>
              <a:chExt cx="900000" cy="90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67C5FF6-64D8-4DAB-3B53-419F51CC3B0A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53009B-AE9B-368D-A518-775E3F132844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C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281D5EB-E060-0F17-3344-CBE9B624FDD8}"/>
                </a:ext>
              </a:extLst>
            </p:cNvPr>
            <p:cNvGrpSpPr/>
            <p:nvPr/>
          </p:nvGrpSpPr>
          <p:grpSpPr>
            <a:xfrm>
              <a:off x="3361038" y="2183780"/>
              <a:ext cx="900000" cy="900000"/>
              <a:chOff x="5301049" y="617837"/>
              <a:chExt cx="900000" cy="90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CB8530E-9F8E-767D-8F6B-F3A3B91F6BE9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C3AE42-2D40-F03A-E264-8A51EAAB3113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B</a:t>
                </a: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F17D19-E17D-2904-AB6B-9B6C9DF324D8}"/>
                </a:ext>
              </a:extLst>
            </p:cNvPr>
            <p:cNvCxnSpPr>
              <a:cxnSpLocks/>
              <a:stCxn id="2" idx="4"/>
              <a:endCxn id="15" idx="1"/>
            </p:cNvCxnSpPr>
            <p:nvPr/>
          </p:nvCxnSpPr>
          <p:spPr>
            <a:xfrm>
              <a:off x="5751049" y="1517837"/>
              <a:ext cx="361424" cy="54134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5DCC2A-9680-6814-1918-EA1BC156D168}"/>
                </a:ext>
              </a:extLst>
            </p:cNvPr>
            <p:cNvCxnSpPr>
              <a:stCxn id="2" idx="3"/>
              <a:endCxn id="21" idx="7"/>
            </p:cNvCxnSpPr>
            <p:nvPr/>
          </p:nvCxnSpPr>
          <p:spPr>
            <a:xfrm flipH="1">
              <a:off x="4129236" y="1386035"/>
              <a:ext cx="1303615" cy="92954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8BD6AF6-6181-D921-492D-44426DF62BF9}"/>
                </a:ext>
              </a:extLst>
            </p:cNvPr>
            <p:cNvCxnSpPr>
              <a:stCxn id="21" idx="5"/>
              <a:endCxn id="18" idx="2"/>
            </p:cNvCxnSpPr>
            <p:nvPr/>
          </p:nvCxnSpPr>
          <p:spPr>
            <a:xfrm>
              <a:off x="4129236" y="2951978"/>
              <a:ext cx="1263435" cy="97978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50F3CB-2503-316D-28DB-AB721787D1B3}"/>
                </a:ext>
              </a:extLst>
            </p:cNvPr>
            <p:cNvCxnSpPr>
              <a:stCxn id="21" idx="6"/>
              <a:endCxn id="15" idx="2"/>
            </p:cNvCxnSpPr>
            <p:nvPr/>
          </p:nvCxnSpPr>
          <p:spPr>
            <a:xfrm flipV="1">
              <a:off x="4261038" y="2377384"/>
              <a:ext cx="1719633" cy="25639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E2EA8F2-A189-F3EF-15EB-E578E8CBD280}"/>
                </a:ext>
              </a:extLst>
            </p:cNvPr>
            <p:cNvCxnSpPr>
              <a:stCxn id="18" idx="7"/>
              <a:endCxn id="15" idx="4"/>
            </p:cNvCxnSpPr>
            <p:nvPr/>
          </p:nvCxnSpPr>
          <p:spPr>
            <a:xfrm flipV="1">
              <a:off x="6160869" y="2827384"/>
              <a:ext cx="269802" cy="786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49F402-43EE-6764-DB4E-7865F1D2C513}"/>
                </a:ext>
              </a:extLst>
            </p:cNvPr>
            <p:cNvCxnSpPr>
              <a:stCxn id="2" idx="6"/>
              <a:endCxn id="12" idx="2"/>
            </p:cNvCxnSpPr>
            <p:nvPr/>
          </p:nvCxnSpPr>
          <p:spPr>
            <a:xfrm>
              <a:off x="6201049" y="1067837"/>
              <a:ext cx="1584730" cy="6021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D39A38D-DE5E-B60D-A270-EE8B80E820E0}"/>
                </a:ext>
              </a:extLst>
            </p:cNvPr>
            <p:cNvCxnSpPr>
              <a:stCxn id="15" idx="6"/>
              <a:endCxn id="12" idx="3"/>
            </p:cNvCxnSpPr>
            <p:nvPr/>
          </p:nvCxnSpPr>
          <p:spPr>
            <a:xfrm flipV="1">
              <a:off x="6880671" y="1988150"/>
              <a:ext cx="1036910" cy="38923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DD3ABB9-215C-7F46-7BB3-3E7BB9129CB2}"/>
                </a:ext>
              </a:extLst>
            </p:cNvPr>
            <p:cNvCxnSpPr>
              <a:stCxn id="18" idx="6"/>
              <a:endCxn id="12" idx="4"/>
            </p:cNvCxnSpPr>
            <p:nvPr/>
          </p:nvCxnSpPr>
          <p:spPr>
            <a:xfrm flipV="1">
              <a:off x="6292671" y="2119952"/>
              <a:ext cx="1943108" cy="181181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280F66A-C5DF-B06A-D5B2-FC23D54D9721}"/>
                </a:ext>
              </a:extLst>
            </p:cNvPr>
            <p:cNvSpPr txBox="1"/>
            <p:nvPr/>
          </p:nvSpPr>
          <p:spPr>
            <a:xfrm>
              <a:off x="4208498" y="1444452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1.2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B1FE20-A60F-6456-2EA4-CFB0985EDE7E}"/>
                </a:ext>
              </a:extLst>
            </p:cNvPr>
            <p:cNvSpPr txBox="1"/>
            <p:nvPr/>
          </p:nvSpPr>
          <p:spPr>
            <a:xfrm>
              <a:off x="5833415" y="148594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0.4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C820C4-1195-83DF-FAF9-AA69ED4CB263}"/>
                </a:ext>
              </a:extLst>
            </p:cNvPr>
            <p:cNvSpPr txBox="1"/>
            <p:nvPr/>
          </p:nvSpPr>
          <p:spPr>
            <a:xfrm>
              <a:off x="5723226" y="2923491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0.5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1AEBA05-F7AB-B768-C8B9-93BA9CBE0A8A}"/>
                </a:ext>
              </a:extLst>
            </p:cNvPr>
            <p:cNvSpPr txBox="1"/>
            <p:nvPr/>
          </p:nvSpPr>
          <p:spPr>
            <a:xfrm>
              <a:off x="4129236" y="3429000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1.8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AFC3E06-82EB-AD07-E560-4156CE8BEB88}"/>
                </a:ext>
              </a:extLst>
            </p:cNvPr>
            <p:cNvSpPr txBox="1"/>
            <p:nvPr/>
          </p:nvSpPr>
          <p:spPr>
            <a:xfrm>
              <a:off x="4775389" y="2049004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2.1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4C83C3D-47FF-7CE2-0F79-500AF1226B9C}"/>
                </a:ext>
              </a:extLst>
            </p:cNvPr>
            <p:cNvSpPr txBox="1"/>
            <p:nvPr/>
          </p:nvSpPr>
          <p:spPr>
            <a:xfrm>
              <a:off x="6765307" y="907229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2.4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F741BD2-A0B5-3958-A8A1-0ABC2C83DA14}"/>
                </a:ext>
              </a:extLst>
            </p:cNvPr>
            <p:cNvSpPr txBox="1"/>
            <p:nvPr/>
          </p:nvSpPr>
          <p:spPr>
            <a:xfrm>
              <a:off x="7071672" y="311615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3.5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C379B7-B3D4-5673-5313-C081D9B9D5CB}"/>
                </a:ext>
              </a:extLst>
            </p:cNvPr>
            <p:cNvSpPr txBox="1"/>
            <p:nvPr/>
          </p:nvSpPr>
          <p:spPr>
            <a:xfrm>
              <a:off x="6948089" y="178336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1.6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E3E862B-EC4E-D899-6C72-0F337C65CFA8}"/>
              </a:ext>
            </a:extLst>
          </p:cNvPr>
          <p:cNvGrpSpPr/>
          <p:nvPr/>
        </p:nvGrpSpPr>
        <p:grpSpPr>
          <a:xfrm>
            <a:off x="6778203" y="1681017"/>
            <a:ext cx="5324741" cy="3763926"/>
            <a:chOff x="6778203" y="1681017"/>
            <a:chExt cx="5324741" cy="376392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6CA4761-265E-AE3D-67D0-B05F52BC94AD}"/>
                </a:ext>
              </a:extLst>
            </p:cNvPr>
            <p:cNvGrpSpPr/>
            <p:nvPr/>
          </p:nvGrpSpPr>
          <p:grpSpPr>
            <a:xfrm>
              <a:off x="8718214" y="1681017"/>
              <a:ext cx="900000" cy="900000"/>
              <a:chOff x="5301049" y="617837"/>
              <a:chExt cx="900000" cy="90000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62B062E8-6A18-E4FC-9714-44750A88A6CF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42EFCCB-C722-D037-E92D-5DDAE6FF1F53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A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B87369B-31AC-1E9D-6AF3-29011888FC8D}"/>
                </a:ext>
              </a:extLst>
            </p:cNvPr>
            <p:cNvGrpSpPr/>
            <p:nvPr/>
          </p:nvGrpSpPr>
          <p:grpSpPr>
            <a:xfrm>
              <a:off x="11202944" y="2283132"/>
              <a:ext cx="900000" cy="900000"/>
              <a:chOff x="5301049" y="617837"/>
              <a:chExt cx="900000" cy="900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819959C-1BAC-F2E4-26B8-50FF374FA024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842637B-7641-80A8-1947-5B5FCC89D38F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A2B977F-5D55-5417-E097-282D4950B31F}"/>
                </a:ext>
              </a:extLst>
            </p:cNvPr>
            <p:cNvGrpSpPr/>
            <p:nvPr/>
          </p:nvGrpSpPr>
          <p:grpSpPr>
            <a:xfrm>
              <a:off x="9397836" y="2990564"/>
              <a:ext cx="900000" cy="900000"/>
              <a:chOff x="5301049" y="617837"/>
              <a:chExt cx="900000" cy="90000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2089C7F-1638-72F5-BF5D-1EF822FC0842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C5E6FED-C71C-0F83-8C43-2834596C7BFC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D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8FCB656-144B-4F10-A6A0-BE4140D9EFD7}"/>
                </a:ext>
              </a:extLst>
            </p:cNvPr>
            <p:cNvGrpSpPr/>
            <p:nvPr/>
          </p:nvGrpSpPr>
          <p:grpSpPr>
            <a:xfrm>
              <a:off x="8809836" y="4544943"/>
              <a:ext cx="900000" cy="900000"/>
              <a:chOff x="5301049" y="617837"/>
              <a:chExt cx="900000" cy="90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5F786A5-C8E6-B261-9F66-1EB00C96E9B1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DF5FA5D-3404-9EBE-AE3E-1F1395A7BEC5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C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D876DC0-AC9E-156C-3B1B-A6A411ED2003}"/>
                </a:ext>
              </a:extLst>
            </p:cNvPr>
            <p:cNvGrpSpPr/>
            <p:nvPr/>
          </p:nvGrpSpPr>
          <p:grpSpPr>
            <a:xfrm>
              <a:off x="6778203" y="3246960"/>
              <a:ext cx="900000" cy="900000"/>
              <a:chOff x="5301049" y="617837"/>
              <a:chExt cx="900000" cy="90000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93420E-C721-AD83-8E86-AF2EB0FD8D00}"/>
                  </a:ext>
                </a:extLst>
              </p:cNvPr>
              <p:cNvSpPr/>
              <p:nvPr/>
            </p:nvSpPr>
            <p:spPr>
              <a:xfrm>
                <a:off x="5301049" y="617837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EF9715-80A1-85A5-4194-C211DA0BDDBD}"/>
                  </a:ext>
                </a:extLst>
              </p:cNvPr>
              <p:cNvSpPr txBox="1"/>
              <p:nvPr/>
            </p:nvSpPr>
            <p:spPr>
              <a:xfrm>
                <a:off x="5509071" y="713894"/>
                <a:ext cx="471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B</a:t>
                </a:r>
              </a:p>
            </p:txBody>
          </p: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957C566-F96A-4DE6-DDCE-CB325C3C7D8A}"/>
                </a:ext>
              </a:extLst>
            </p:cNvPr>
            <p:cNvCxnSpPr>
              <a:cxnSpLocks/>
              <a:stCxn id="81" idx="4"/>
              <a:endCxn id="77" idx="1"/>
            </p:cNvCxnSpPr>
            <p:nvPr/>
          </p:nvCxnSpPr>
          <p:spPr>
            <a:xfrm>
              <a:off x="9168214" y="2581017"/>
              <a:ext cx="361424" cy="54134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F34B316-B77D-9802-4078-B49B45DF96E2}"/>
                </a:ext>
              </a:extLst>
            </p:cNvPr>
            <p:cNvCxnSpPr>
              <a:stCxn id="81" idx="3"/>
              <a:endCxn id="73" idx="7"/>
            </p:cNvCxnSpPr>
            <p:nvPr/>
          </p:nvCxnSpPr>
          <p:spPr>
            <a:xfrm flipH="1">
              <a:off x="7546401" y="2449215"/>
              <a:ext cx="1303615" cy="92954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2AC1474-887E-E314-2F60-30E8366EEEFE}"/>
                </a:ext>
              </a:extLst>
            </p:cNvPr>
            <p:cNvCxnSpPr>
              <a:stCxn id="73" idx="5"/>
              <a:endCxn id="75" idx="2"/>
            </p:cNvCxnSpPr>
            <p:nvPr/>
          </p:nvCxnSpPr>
          <p:spPr>
            <a:xfrm>
              <a:off x="7546401" y="4015158"/>
              <a:ext cx="1263435" cy="97978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EA36A74-7441-63CA-3FB3-55E7F79A9629}"/>
                </a:ext>
              </a:extLst>
            </p:cNvPr>
            <p:cNvCxnSpPr>
              <a:stCxn id="73" idx="6"/>
              <a:endCxn id="77" idx="2"/>
            </p:cNvCxnSpPr>
            <p:nvPr/>
          </p:nvCxnSpPr>
          <p:spPr>
            <a:xfrm flipV="1">
              <a:off x="7678203" y="3440564"/>
              <a:ext cx="1719633" cy="25639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3A6AD9F-C91E-5E9B-48AB-4C7077EF6BA0}"/>
                </a:ext>
              </a:extLst>
            </p:cNvPr>
            <p:cNvCxnSpPr>
              <a:stCxn id="75" idx="7"/>
              <a:endCxn id="77" idx="4"/>
            </p:cNvCxnSpPr>
            <p:nvPr/>
          </p:nvCxnSpPr>
          <p:spPr>
            <a:xfrm flipV="1">
              <a:off x="9578034" y="3890564"/>
              <a:ext cx="269802" cy="786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1B3EF5C-AE4C-026A-0CF2-4282F8575303}"/>
                </a:ext>
              </a:extLst>
            </p:cNvPr>
            <p:cNvCxnSpPr>
              <a:stCxn id="81" idx="6"/>
              <a:endCxn id="79" idx="2"/>
            </p:cNvCxnSpPr>
            <p:nvPr/>
          </p:nvCxnSpPr>
          <p:spPr>
            <a:xfrm>
              <a:off x="9618214" y="2131017"/>
              <a:ext cx="1584730" cy="6021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B368791-B2A6-AE31-30A6-E7559DBE0F5A}"/>
                </a:ext>
              </a:extLst>
            </p:cNvPr>
            <p:cNvCxnSpPr>
              <a:stCxn id="77" idx="6"/>
              <a:endCxn id="79" idx="3"/>
            </p:cNvCxnSpPr>
            <p:nvPr/>
          </p:nvCxnSpPr>
          <p:spPr>
            <a:xfrm flipV="1">
              <a:off x="10297836" y="3051330"/>
              <a:ext cx="1036910" cy="38923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5DDD1F9-0891-E960-B6A7-8F33D641961A}"/>
                </a:ext>
              </a:extLst>
            </p:cNvPr>
            <p:cNvCxnSpPr>
              <a:stCxn id="75" idx="6"/>
              <a:endCxn id="79" idx="4"/>
            </p:cNvCxnSpPr>
            <p:nvPr/>
          </p:nvCxnSpPr>
          <p:spPr>
            <a:xfrm flipV="1">
              <a:off x="9709836" y="3183132"/>
              <a:ext cx="1943108" cy="181181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873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6373-43CB-1300-2270-EA23ACB8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D364052-1EEB-5527-BCED-6D322E3256DD}"/>
              </a:ext>
            </a:extLst>
          </p:cNvPr>
          <p:cNvGrpSpPr/>
          <p:nvPr/>
        </p:nvGrpSpPr>
        <p:grpSpPr>
          <a:xfrm>
            <a:off x="340654" y="1547037"/>
            <a:ext cx="5566118" cy="5061909"/>
            <a:chOff x="340654" y="1547037"/>
            <a:chExt cx="5566118" cy="506190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166DCA7-BE25-075C-C4EB-C3A91B2B4558}"/>
                </a:ext>
              </a:extLst>
            </p:cNvPr>
            <p:cNvSpPr/>
            <p:nvPr/>
          </p:nvSpPr>
          <p:spPr>
            <a:xfrm>
              <a:off x="2329249" y="1547037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0FB3C7-9C73-BC39-5690-7EFF4A2894AF}"/>
                </a:ext>
              </a:extLst>
            </p:cNvPr>
            <p:cNvSpPr/>
            <p:nvPr/>
          </p:nvSpPr>
          <p:spPr>
            <a:xfrm>
              <a:off x="4813979" y="2149152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75391DC-F7E3-F41D-1365-DF93FA2D0B76}"/>
                </a:ext>
              </a:extLst>
            </p:cNvPr>
            <p:cNvSpPr/>
            <p:nvPr/>
          </p:nvSpPr>
          <p:spPr>
            <a:xfrm>
              <a:off x="3008871" y="2856584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B009A0A-1C4C-CCAF-7B85-986E3BB01521}"/>
                </a:ext>
              </a:extLst>
            </p:cNvPr>
            <p:cNvSpPr/>
            <p:nvPr/>
          </p:nvSpPr>
          <p:spPr>
            <a:xfrm>
              <a:off x="2420871" y="4410963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B9B986-9CBD-1052-25FD-39E6133B2A70}"/>
                </a:ext>
              </a:extLst>
            </p:cNvPr>
            <p:cNvSpPr/>
            <p:nvPr/>
          </p:nvSpPr>
          <p:spPr>
            <a:xfrm>
              <a:off x="389238" y="3112980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D4AD028-B45C-7240-B848-03DD6DFFDD15}"/>
                </a:ext>
              </a:extLst>
            </p:cNvPr>
            <p:cNvCxnSpPr>
              <a:cxnSpLocks/>
              <a:stCxn id="2" idx="4"/>
              <a:endCxn id="15" idx="1"/>
            </p:cNvCxnSpPr>
            <p:nvPr/>
          </p:nvCxnSpPr>
          <p:spPr>
            <a:xfrm>
              <a:off x="2779249" y="2447037"/>
              <a:ext cx="361424" cy="54134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17E67DB-911F-85A9-47F9-376C6FC16C8F}"/>
                </a:ext>
              </a:extLst>
            </p:cNvPr>
            <p:cNvCxnSpPr>
              <a:stCxn id="2" idx="3"/>
              <a:endCxn id="21" idx="7"/>
            </p:cNvCxnSpPr>
            <p:nvPr/>
          </p:nvCxnSpPr>
          <p:spPr>
            <a:xfrm flipH="1">
              <a:off x="1157436" y="2315235"/>
              <a:ext cx="1303615" cy="92954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023F93-997F-509B-29E8-B21353E65C5D}"/>
                </a:ext>
              </a:extLst>
            </p:cNvPr>
            <p:cNvCxnSpPr>
              <a:stCxn id="21" idx="5"/>
              <a:endCxn id="18" idx="2"/>
            </p:cNvCxnSpPr>
            <p:nvPr/>
          </p:nvCxnSpPr>
          <p:spPr>
            <a:xfrm>
              <a:off x="1157436" y="3881178"/>
              <a:ext cx="1263435" cy="97978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D031B61-CDE5-F452-54EF-DA12162E65B1}"/>
                </a:ext>
              </a:extLst>
            </p:cNvPr>
            <p:cNvCxnSpPr>
              <a:stCxn id="21" idx="6"/>
              <a:endCxn id="15" idx="2"/>
            </p:cNvCxnSpPr>
            <p:nvPr/>
          </p:nvCxnSpPr>
          <p:spPr>
            <a:xfrm flipV="1">
              <a:off x="1289238" y="3306584"/>
              <a:ext cx="1719633" cy="25639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27860C-C4B1-734D-6D60-BF1D0F266A27}"/>
                </a:ext>
              </a:extLst>
            </p:cNvPr>
            <p:cNvCxnSpPr>
              <a:stCxn id="18" idx="7"/>
              <a:endCxn id="15" idx="4"/>
            </p:cNvCxnSpPr>
            <p:nvPr/>
          </p:nvCxnSpPr>
          <p:spPr>
            <a:xfrm flipV="1">
              <a:off x="3189069" y="3756584"/>
              <a:ext cx="269802" cy="786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9DBA2F-D07A-05F2-1FDD-BF5026FBF626}"/>
                </a:ext>
              </a:extLst>
            </p:cNvPr>
            <p:cNvCxnSpPr>
              <a:stCxn id="2" idx="6"/>
              <a:endCxn id="12" idx="2"/>
            </p:cNvCxnSpPr>
            <p:nvPr/>
          </p:nvCxnSpPr>
          <p:spPr>
            <a:xfrm>
              <a:off x="3229249" y="1997037"/>
              <a:ext cx="1584730" cy="60211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1786D18-D8D7-BB75-8A0B-4D00C6F21888}"/>
                </a:ext>
              </a:extLst>
            </p:cNvPr>
            <p:cNvCxnSpPr>
              <a:stCxn id="15" idx="6"/>
              <a:endCxn id="12" idx="3"/>
            </p:cNvCxnSpPr>
            <p:nvPr/>
          </p:nvCxnSpPr>
          <p:spPr>
            <a:xfrm flipV="1">
              <a:off x="3908871" y="2917350"/>
              <a:ext cx="1036910" cy="38923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FF6FED4-331C-D24F-28E0-687D757C026E}"/>
                </a:ext>
              </a:extLst>
            </p:cNvPr>
            <p:cNvCxnSpPr>
              <a:stCxn id="18" idx="6"/>
              <a:endCxn id="12" idx="4"/>
            </p:cNvCxnSpPr>
            <p:nvPr/>
          </p:nvCxnSpPr>
          <p:spPr>
            <a:xfrm flipV="1">
              <a:off x="3320871" y="3049152"/>
              <a:ext cx="1943108" cy="181181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F004EF6-E142-1614-EE3B-1100C1965C40}"/>
                </a:ext>
              </a:extLst>
            </p:cNvPr>
            <p:cNvSpPr txBox="1"/>
            <p:nvPr/>
          </p:nvSpPr>
          <p:spPr>
            <a:xfrm>
              <a:off x="1236698" y="2373652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06994E-FB0B-7B1B-7212-5CABC63777CF}"/>
                </a:ext>
              </a:extLst>
            </p:cNvPr>
            <p:cNvSpPr txBox="1"/>
            <p:nvPr/>
          </p:nvSpPr>
          <p:spPr>
            <a:xfrm>
              <a:off x="2861615" y="241514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426A36C-9368-D130-7B58-77E95C4566DD}"/>
                </a:ext>
              </a:extLst>
            </p:cNvPr>
            <p:cNvSpPr txBox="1"/>
            <p:nvPr/>
          </p:nvSpPr>
          <p:spPr>
            <a:xfrm>
              <a:off x="2751426" y="3852691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A7B7597-0100-DB49-F5FD-4C8F209EF168}"/>
                </a:ext>
              </a:extLst>
            </p:cNvPr>
            <p:cNvSpPr txBox="1"/>
            <p:nvPr/>
          </p:nvSpPr>
          <p:spPr>
            <a:xfrm>
              <a:off x="1803589" y="2978204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5ED467-F9D2-E3D8-486F-C5B73DE24BEC}"/>
                </a:ext>
              </a:extLst>
            </p:cNvPr>
            <p:cNvSpPr txBox="1"/>
            <p:nvPr/>
          </p:nvSpPr>
          <p:spPr>
            <a:xfrm>
              <a:off x="3793507" y="1836429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96082F-1587-CBC0-D621-0D22E15B2350}"/>
                </a:ext>
              </a:extLst>
            </p:cNvPr>
            <p:cNvSpPr txBox="1"/>
            <p:nvPr/>
          </p:nvSpPr>
          <p:spPr>
            <a:xfrm>
              <a:off x="3976289" y="271256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068F53-98F4-86A2-1022-96C32A264124}"/>
                </a:ext>
              </a:extLst>
            </p:cNvPr>
            <p:cNvSpPr txBox="1"/>
            <p:nvPr/>
          </p:nvSpPr>
          <p:spPr>
            <a:xfrm>
              <a:off x="2405110" y="1806488"/>
              <a:ext cx="7781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Alden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0F47BF-4885-964F-0D60-B4639C8A9BE6}"/>
                </a:ext>
              </a:extLst>
            </p:cNvPr>
            <p:cNvSpPr txBox="1"/>
            <p:nvPr/>
          </p:nvSpPr>
          <p:spPr>
            <a:xfrm>
              <a:off x="4791118" y="2414486"/>
              <a:ext cx="111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Brinford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D8E25D-1B4C-F9BC-6D09-A03B452EEF3D}"/>
                </a:ext>
              </a:extLst>
            </p:cNvPr>
            <p:cNvSpPr txBox="1"/>
            <p:nvPr/>
          </p:nvSpPr>
          <p:spPr>
            <a:xfrm>
              <a:off x="2438398" y="4703218"/>
              <a:ext cx="111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Caster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633738-F0B1-A4FD-DA17-78FA70ED5802}"/>
                </a:ext>
              </a:extLst>
            </p:cNvPr>
            <p:cNvSpPr txBox="1"/>
            <p:nvPr/>
          </p:nvSpPr>
          <p:spPr>
            <a:xfrm>
              <a:off x="3016860" y="3152566"/>
              <a:ext cx="111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Dunvor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FA04A2-A263-3D7E-6B3B-5A206D134AA4}"/>
                </a:ext>
              </a:extLst>
            </p:cNvPr>
            <p:cNvSpPr txBox="1"/>
            <p:nvPr/>
          </p:nvSpPr>
          <p:spPr>
            <a:xfrm>
              <a:off x="340654" y="3365565"/>
              <a:ext cx="111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Fenwick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1322C6-5D34-34D5-158F-F28376BB0BAC}"/>
                </a:ext>
              </a:extLst>
            </p:cNvPr>
            <p:cNvSpPr/>
            <p:nvPr/>
          </p:nvSpPr>
          <p:spPr>
            <a:xfrm>
              <a:off x="2294772" y="5708946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6A178C-C437-313B-ED62-CE951E3F45F1}"/>
                </a:ext>
              </a:extLst>
            </p:cNvPr>
            <p:cNvSpPr txBox="1"/>
            <p:nvPr/>
          </p:nvSpPr>
          <p:spPr>
            <a:xfrm>
              <a:off x="2361665" y="5999514"/>
              <a:ext cx="959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Elwick</a:t>
              </a:r>
              <a:endParaRPr lang="en-US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A1D45DC-2FC8-6888-A955-02E09D868AC1}"/>
                </a:ext>
              </a:extLst>
            </p:cNvPr>
            <p:cNvCxnSpPr>
              <a:stCxn id="21" idx="4"/>
              <a:endCxn id="10" idx="1"/>
            </p:cNvCxnSpPr>
            <p:nvPr/>
          </p:nvCxnSpPr>
          <p:spPr>
            <a:xfrm>
              <a:off x="839238" y="4012980"/>
              <a:ext cx="1587336" cy="18277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953C5E0-1352-304F-E5A4-6E2A0B075BD6}"/>
                </a:ext>
              </a:extLst>
            </p:cNvPr>
            <p:cNvCxnSpPr>
              <a:stCxn id="10" idx="0"/>
              <a:endCxn id="18" idx="4"/>
            </p:cNvCxnSpPr>
            <p:nvPr/>
          </p:nvCxnSpPr>
          <p:spPr>
            <a:xfrm flipV="1">
              <a:off x="2744772" y="5310963"/>
              <a:ext cx="126099" cy="397983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3132931-2181-0358-9025-FE93DECC5822}"/>
                </a:ext>
              </a:extLst>
            </p:cNvPr>
            <p:cNvSpPr txBox="1"/>
            <p:nvPr/>
          </p:nvSpPr>
          <p:spPr>
            <a:xfrm>
              <a:off x="4002504" y="4069211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32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18F769D-6D75-FEF3-8629-50C3B3EEB1A8}"/>
                </a:ext>
              </a:extLst>
            </p:cNvPr>
            <p:cNvSpPr txBox="1"/>
            <p:nvPr/>
          </p:nvSpPr>
          <p:spPr>
            <a:xfrm>
              <a:off x="1675864" y="4012980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24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3BA9F1C-4011-3116-9BC8-7808AB74D149}"/>
                </a:ext>
              </a:extLst>
            </p:cNvPr>
            <p:cNvSpPr txBox="1"/>
            <p:nvPr/>
          </p:nvSpPr>
          <p:spPr>
            <a:xfrm>
              <a:off x="1054410" y="4810725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41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C4ACEFF-F814-4908-3FEC-A05988081730}"/>
                </a:ext>
              </a:extLst>
            </p:cNvPr>
            <p:cNvSpPr txBox="1"/>
            <p:nvPr/>
          </p:nvSpPr>
          <p:spPr>
            <a:xfrm>
              <a:off x="2719756" y="5332563"/>
              <a:ext cx="654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5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6826C67-48C5-A1A8-E6FB-030429BB8B9B}"/>
              </a:ext>
            </a:extLst>
          </p:cNvPr>
          <p:cNvGrpSpPr/>
          <p:nvPr/>
        </p:nvGrpSpPr>
        <p:grpSpPr>
          <a:xfrm>
            <a:off x="6570805" y="241176"/>
            <a:ext cx="5566118" cy="6359006"/>
            <a:chOff x="6570805" y="241176"/>
            <a:chExt cx="5566118" cy="635900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DE3FE3B-4B7F-9012-3351-08A6C2E2D45D}"/>
                </a:ext>
              </a:extLst>
            </p:cNvPr>
            <p:cNvSpPr txBox="1"/>
            <p:nvPr/>
          </p:nvSpPr>
          <p:spPr>
            <a:xfrm>
              <a:off x="6570805" y="3356801"/>
              <a:ext cx="1115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Fenwick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5D5FE7F6-109B-74A6-AA89-B1E5CBDBA62B}"/>
                </a:ext>
              </a:extLst>
            </p:cNvPr>
            <p:cNvGrpSpPr/>
            <p:nvPr/>
          </p:nvGrpSpPr>
          <p:grpSpPr>
            <a:xfrm>
              <a:off x="6619389" y="241176"/>
              <a:ext cx="5517534" cy="6359006"/>
              <a:chOff x="6619389" y="241176"/>
              <a:chExt cx="5517534" cy="6359006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63B4B8F-493B-2448-8664-868D2B4C7003}"/>
                  </a:ext>
                </a:extLst>
              </p:cNvPr>
              <p:cNvSpPr/>
              <p:nvPr/>
            </p:nvSpPr>
            <p:spPr>
              <a:xfrm>
                <a:off x="8455414" y="241176"/>
                <a:ext cx="900000" cy="900000"/>
              </a:xfrm>
              <a:prstGeom prst="ellipse">
                <a:avLst/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EE30EA5-128D-9698-1BEA-DA7102282D15}"/>
                  </a:ext>
                </a:extLst>
              </p:cNvPr>
              <p:cNvSpPr txBox="1"/>
              <p:nvPr/>
            </p:nvSpPr>
            <p:spPr>
              <a:xfrm>
                <a:off x="8486816" y="506510"/>
                <a:ext cx="11156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Glenby</a:t>
                </a:r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A773C88E-CD7F-B8F3-11DA-2E159491D435}"/>
                  </a:ext>
                </a:extLst>
              </p:cNvPr>
              <p:cNvCxnSpPr>
                <a:cxnSpLocks/>
                <a:stCxn id="111" idx="2"/>
                <a:endCxn id="127" idx="0"/>
              </p:cNvCxnSpPr>
              <p:nvPr/>
            </p:nvCxnSpPr>
            <p:spPr>
              <a:xfrm flipH="1">
                <a:off x="7069389" y="691176"/>
                <a:ext cx="1386025" cy="2413040"/>
              </a:xfrm>
              <a:prstGeom prst="line">
                <a:avLst/>
              </a:prstGeom>
              <a:ln w="317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229B8435-9CC1-145D-9CB1-AFEE2646401D}"/>
                  </a:ext>
                </a:extLst>
              </p:cNvPr>
              <p:cNvCxnSpPr>
                <a:cxnSpLocks/>
                <a:stCxn id="111" idx="5"/>
                <a:endCxn id="124" idx="1"/>
              </p:cNvCxnSpPr>
              <p:nvPr/>
            </p:nvCxnSpPr>
            <p:spPr>
              <a:xfrm>
                <a:off x="9223612" y="1009374"/>
                <a:ext cx="1952320" cy="1262816"/>
              </a:xfrm>
              <a:prstGeom prst="line">
                <a:avLst/>
              </a:prstGeom>
              <a:ln w="317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E198A755-DB47-96A1-1380-08FB2A234AA0}"/>
                  </a:ext>
                </a:extLst>
              </p:cNvPr>
              <p:cNvCxnSpPr>
                <a:cxnSpLocks/>
                <a:endCxn id="111" idx="4"/>
              </p:cNvCxnSpPr>
              <p:nvPr/>
            </p:nvCxnSpPr>
            <p:spPr>
              <a:xfrm flipH="1" flipV="1">
                <a:off x="8905414" y="1141176"/>
                <a:ext cx="46032" cy="384099"/>
              </a:xfrm>
              <a:prstGeom prst="line">
                <a:avLst/>
              </a:prstGeom>
              <a:ln w="317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365B91A-6F0A-7165-93D9-A7BAA77C22B9}"/>
                  </a:ext>
                </a:extLst>
              </p:cNvPr>
              <p:cNvSpPr/>
              <p:nvPr/>
            </p:nvSpPr>
            <p:spPr>
              <a:xfrm>
                <a:off x="8559400" y="1538273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A13F0B98-D814-9718-9925-D2611AAF5D33}"/>
                  </a:ext>
                </a:extLst>
              </p:cNvPr>
              <p:cNvSpPr/>
              <p:nvPr/>
            </p:nvSpPr>
            <p:spPr>
              <a:xfrm>
                <a:off x="11044130" y="2140388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1DA5C821-403F-D821-2B0A-AE1E8AC72B3E}"/>
                  </a:ext>
                </a:extLst>
              </p:cNvPr>
              <p:cNvSpPr/>
              <p:nvPr/>
            </p:nvSpPr>
            <p:spPr>
              <a:xfrm>
                <a:off x="9239022" y="2847820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D4843A57-934C-3A1F-0951-0A55E54A53F6}"/>
                  </a:ext>
                </a:extLst>
              </p:cNvPr>
              <p:cNvSpPr/>
              <p:nvPr/>
            </p:nvSpPr>
            <p:spPr>
              <a:xfrm>
                <a:off x="8651022" y="4402199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A0EAEB6-933C-0344-DB08-6E57355F2543}"/>
                  </a:ext>
                </a:extLst>
              </p:cNvPr>
              <p:cNvSpPr/>
              <p:nvPr/>
            </p:nvSpPr>
            <p:spPr>
              <a:xfrm>
                <a:off x="6619389" y="3104216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93FA48F9-71C2-9120-04B5-92B03A894FBB}"/>
                  </a:ext>
                </a:extLst>
              </p:cNvPr>
              <p:cNvCxnSpPr>
                <a:cxnSpLocks/>
                <a:stCxn id="123" idx="4"/>
                <a:endCxn id="125" idx="1"/>
              </p:cNvCxnSpPr>
              <p:nvPr/>
            </p:nvCxnSpPr>
            <p:spPr>
              <a:xfrm>
                <a:off x="9009400" y="2438273"/>
                <a:ext cx="361424" cy="54134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DFCCE19-5A7E-8716-3E1C-4DB01E1B5384}"/>
                  </a:ext>
                </a:extLst>
              </p:cNvPr>
              <p:cNvCxnSpPr>
                <a:stCxn id="123" idx="3"/>
                <a:endCxn id="127" idx="7"/>
              </p:cNvCxnSpPr>
              <p:nvPr/>
            </p:nvCxnSpPr>
            <p:spPr>
              <a:xfrm flipH="1">
                <a:off x="7387587" y="2306471"/>
                <a:ext cx="1303615" cy="92954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0817B24-7AAA-538F-1942-884C5054C71D}"/>
                  </a:ext>
                </a:extLst>
              </p:cNvPr>
              <p:cNvCxnSpPr>
                <a:stCxn id="127" idx="5"/>
                <a:endCxn id="126" idx="2"/>
              </p:cNvCxnSpPr>
              <p:nvPr/>
            </p:nvCxnSpPr>
            <p:spPr>
              <a:xfrm>
                <a:off x="7387587" y="3872414"/>
                <a:ext cx="1263435" cy="97978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698A2297-D560-157C-5E72-B14519BA8839}"/>
                  </a:ext>
                </a:extLst>
              </p:cNvPr>
              <p:cNvCxnSpPr>
                <a:stCxn id="127" idx="6"/>
                <a:endCxn id="125" idx="2"/>
              </p:cNvCxnSpPr>
              <p:nvPr/>
            </p:nvCxnSpPr>
            <p:spPr>
              <a:xfrm flipV="1">
                <a:off x="7519389" y="3297820"/>
                <a:ext cx="1719633" cy="256396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7DC3E761-80DA-4C87-F209-D4482C580FCC}"/>
                  </a:ext>
                </a:extLst>
              </p:cNvPr>
              <p:cNvCxnSpPr>
                <a:stCxn id="126" idx="7"/>
                <a:endCxn id="125" idx="4"/>
              </p:cNvCxnSpPr>
              <p:nvPr/>
            </p:nvCxnSpPr>
            <p:spPr>
              <a:xfrm flipV="1">
                <a:off x="9419220" y="3747820"/>
                <a:ext cx="269802" cy="786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72913842-4EBC-B4EC-6E90-D6F7683223BF}"/>
                  </a:ext>
                </a:extLst>
              </p:cNvPr>
              <p:cNvCxnSpPr>
                <a:stCxn id="123" idx="6"/>
                <a:endCxn id="124" idx="2"/>
              </p:cNvCxnSpPr>
              <p:nvPr/>
            </p:nvCxnSpPr>
            <p:spPr>
              <a:xfrm>
                <a:off x="9459400" y="1988273"/>
                <a:ext cx="1584730" cy="60211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13E0193B-2D0C-349E-DCD1-A7CF5DBF665F}"/>
                  </a:ext>
                </a:extLst>
              </p:cNvPr>
              <p:cNvCxnSpPr>
                <a:stCxn id="125" idx="6"/>
                <a:endCxn id="124" idx="3"/>
              </p:cNvCxnSpPr>
              <p:nvPr/>
            </p:nvCxnSpPr>
            <p:spPr>
              <a:xfrm flipV="1">
                <a:off x="10139022" y="2908586"/>
                <a:ext cx="1036910" cy="38923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AE12599-E5EB-E67A-8166-0EE4346D419C}"/>
                  </a:ext>
                </a:extLst>
              </p:cNvPr>
              <p:cNvCxnSpPr>
                <a:stCxn id="126" idx="6"/>
                <a:endCxn id="124" idx="4"/>
              </p:cNvCxnSpPr>
              <p:nvPr/>
            </p:nvCxnSpPr>
            <p:spPr>
              <a:xfrm flipV="1">
                <a:off x="9551022" y="3040388"/>
                <a:ext cx="1943108" cy="181181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0925F2C-3F02-51B7-F32A-7B2C595EA570}"/>
                  </a:ext>
                </a:extLst>
              </p:cNvPr>
              <p:cNvSpPr txBox="1"/>
              <p:nvPr/>
            </p:nvSpPr>
            <p:spPr>
              <a:xfrm>
                <a:off x="7520393" y="2441874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12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9C637E-4DD6-DEC8-7294-CE2B309EA958}"/>
                  </a:ext>
                </a:extLst>
              </p:cNvPr>
              <p:cNvSpPr txBox="1"/>
              <p:nvPr/>
            </p:nvSpPr>
            <p:spPr>
              <a:xfrm>
                <a:off x="9091766" y="2406381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8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BDBCF13-8BD8-8619-F8B6-8F1959B8F78C}"/>
                  </a:ext>
                </a:extLst>
              </p:cNvPr>
              <p:cNvSpPr txBox="1"/>
              <p:nvPr/>
            </p:nvSpPr>
            <p:spPr>
              <a:xfrm>
                <a:off x="8981577" y="3843927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6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43BD31F-F83A-5776-2940-6634DB822B8F}"/>
                  </a:ext>
                </a:extLst>
              </p:cNvPr>
              <p:cNvSpPr txBox="1"/>
              <p:nvPr/>
            </p:nvSpPr>
            <p:spPr>
              <a:xfrm>
                <a:off x="8033740" y="2969440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BBFF215E-564A-F5E9-A9AC-1B9BED88CEAD}"/>
                  </a:ext>
                </a:extLst>
              </p:cNvPr>
              <p:cNvSpPr txBox="1"/>
              <p:nvPr/>
            </p:nvSpPr>
            <p:spPr>
              <a:xfrm>
                <a:off x="10023658" y="1827665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20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144E1CC-D36A-DEA3-5C93-D21FC0674635}"/>
                  </a:ext>
                </a:extLst>
              </p:cNvPr>
              <p:cNvSpPr txBox="1"/>
              <p:nvPr/>
            </p:nvSpPr>
            <p:spPr>
              <a:xfrm>
                <a:off x="10206440" y="2703801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CEAF4C90-AE2C-7827-DCF3-2A271ECD185B}"/>
                  </a:ext>
                </a:extLst>
              </p:cNvPr>
              <p:cNvSpPr txBox="1"/>
              <p:nvPr/>
            </p:nvSpPr>
            <p:spPr>
              <a:xfrm>
                <a:off x="8635261" y="1797724"/>
                <a:ext cx="7781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Alden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A13BB8CC-11D2-8E6B-E02E-86FA62612A81}"/>
                  </a:ext>
                </a:extLst>
              </p:cNvPr>
              <p:cNvSpPr txBox="1"/>
              <p:nvPr/>
            </p:nvSpPr>
            <p:spPr>
              <a:xfrm>
                <a:off x="11021269" y="2405722"/>
                <a:ext cx="11156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Brinford</a:t>
                </a:r>
                <a:endParaRPr lang="en-US" dirty="0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EBFAB6CE-45C4-BD24-108C-F395F700BD8A}"/>
                  </a:ext>
                </a:extLst>
              </p:cNvPr>
              <p:cNvSpPr txBox="1"/>
              <p:nvPr/>
            </p:nvSpPr>
            <p:spPr>
              <a:xfrm>
                <a:off x="8668549" y="4694454"/>
                <a:ext cx="11156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Caster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82D751E-1538-A972-A34E-222CAC8E8C43}"/>
                  </a:ext>
                </a:extLst>
              </p:cNvPr>
              <p:cNvSpPr txBox="1"/>
              <p:nvPr/>
            </p:nvSpPr>
            <p:spPr>
              <a:xfrm>
                <a:off x="9247011" y="3143802"/>
                <a:ext cx="11156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Dunvor</a:t>
                </a:r>
                <a:endParaRPr lang="en-US" dirty="0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7236C944-3E04-C958-3E18-0DA0EA763104}"/>
                  </a:ext>
                </a:extLst>
              </p:cNvPr>
              <p:cNvSpPr/>
              <p:nvPr/>
            </p:nvSpPr>
            <p:spPr>
              <a:xfrm>
                <a:off x="8524923" y="5700182"/>
                <a:ext cx="900000" cy="9000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B687C8D-F8B7-55E4-00D4-FCF77A06E4F2}"/>
                  </a:ext>
                </a:extLst>
              </p:cNvPr>
              <p:cNvSpPr txBox="1"/>
              <p:nvPr/>
            </p:nvSpPr>
            <p:spPr>
              <a:xfrm>
                <a:off x="8591816" y="5990750"/>
                <a:ext cx="9592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Elwick</a:t>
                </a:r>
                <a:endParaRPr lang="en-US" dirty="0"/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C33D758-1C23-41A5-9456-B61787FCBB2F}"/>
                  </a:ext>
                </a:extLst>
              </p:cNvPr>
              <p:cNvCxnSpPr>
                <a:stCxn id="127" idx="4"/>
                <a:endCxn id="147" idx="1"/>
              </p:cNvCxnSpPr>
              <p:nvPr/>
            </p:nvCxnSpPr>
            <p:spPr>
              <a:xfrm>
                <a:off x="7069389" y="4004216"/>
                <a:ext cx="1587336" cy="182776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89E130D5-873A-605A-DF74-A99838AC16BA}"/>
                  </a:ext>
                </a:extLst>
              </p:cNvPr>
              <p:cNvCxnSpPr>
                <a:stCxn id="147" idx="0"/>
                <a:endCxn id="126" idx="4"/>
              </p:cNvCxnSpPr>
              <p:nvPr/>
            </p:nvCxnSpPr>
            <p:spPr>
              <a:xfrm flipV="1">
                <a:off x="8974923" y="5302199"/>
                <a:ext cx="126099" cy="397983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EA62054-7215-EA59-42B3-FDBBCB76E24F}"/>
                  </a:ext>
                </a:extLst>
              </p:cNvPr>
              <p:cNvSpPr txBox="1"/>
              <p:nvPr/>
            </p:nvSpPr>
            <p:spPr>
              <a:xfrm>
                <a:off x="10232655" y="4060447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32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5624463-9495-5D64-59CE-1B5C9ABBD0E3}"/>
                  </a:ext>
                </a:extLst>
              </p:cNvPr>
              <p:cNvSpPr txBox="1"/>
              <p:nvPr/>
            </p:nvSpPr>
            <p:spPr>
              <a:xfrm>
                <a:off x="7906015" y="4004216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24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4D013CB-DB02-4605-84C3-37CF024F87BF}"/>
                  </a:ext>
                </a:extLst>
              </p:cNvPr>
              <p:cNvSpPr txBox="1"/>
              <p:nvPr/>
            </p:nvSpPr>
            <p:spPr>
              <a:xfrm>
                <a:off x="7284561" y="4801961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41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D94AEBCF-43E1-DC16-2798-C6F633CF38D6}"/>
                  </a:ext>
                </a:extLst>
              </p:cNvPr>
              <p:cNvSpPr txBox="1"/>
              <p:nvPr/>
            </p:nvSpPr>
            <p:spPr>
              <a:xfrm>
                <a:off x="8949907" y="5323799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5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502A777-EFA5-D949-964E-161252600201}"/>
                  </a:ext>
                </a:extLst>
              </p:cNvPr>
              <p:cNvSpPr txBox="1"/>
              <p:nvPr/>
            </p:nvSpPr>
            <p:spPr>
              <a:xfrm>
                <a:off x="7209219" y="1507280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35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B05C46F-4A21-E57B-EF67-C89DE45F63EC}"/>
                  </a:ext>
                </a:extLst>
              </p:cNvPr>
              <p:cNvSpPr txBox="1"/>
              <p:nvPr/>
            </p:nvSpPr>
            <p:spPr>
              <a:xfrm>
                <a:off x="10051478" y="1250142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27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27A000A-9BA2-4FF6-1BB1-EC4FAF0F5DCA}"/>
                  </a:ext>
                </a:extLst>
              </p:cNvPr>
              <p:cNvSpPr txBox="1"/>
              <p:nvPr/>
            </p:nvSpPr>
            <p:spPr>
              <a:xfrm>
                <a:off x="8824034" y="1068931"/>
                <a:ext cx="654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882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F3E9AD-B7C5-4363-4252-6DBB0BCE5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3515"/>
            <a:ext cx="7772400" cy="26656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1AEB5-8EDA-45BA-5272-84BEF8C3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6" t="28326" r="58378" b="17621"/>
          <a:stretch>
            <a:fillRect/>
          </a:stretch>
        </p:blipFill>
        <p:spPr>
          <a:xfrm>
            <a:off x="1080655" y="4087091"/>
            <a:ext cx="2646218" cy="1440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83881-4318-55B1-31BA-0820174BB9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28846" r="3119" b="51404"/>
          <a:stretch>
            <a:fillRect/>
          </a:stretch>
        </p:blipFill>
        <p:spPr>
          <a:xfrm>
            <a:off x="4274127" y="4530436"/>
            <a:ext cx="3643745" cy="52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D73CB-2E9D-0856-4F55-EAB9F1CA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4" y="576678"/>
            <a:ext cx="2540000" cy="22098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F3CCA625-13C1-13D1-081D-D8C10CA4A315}"/>
              </a:ext>
            </a:extLst>
          </p:cNvPr>
          <p:cNvGrpSpPr/>
          <p:nvPr/>
        </p:nvGrpSpPr>
        <p:grpSpPr>
          <a:xfrm>
            <a:off x="3211747" y="953852"/>
            <a:ext cx="6049030" cy="1731724"/>
            <a:chOff x="3211747" y="953852"/>
            <a:chExt cx="6049030" cy="17317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68EDA8-3898-FB45-B24C-8D3DB86F56B6}"/>
                </a:ext>
              </a:extLst>
            </p:cNvPr>
            <p:cNvSpPr txBox="1"/>
            <p:nvPr/>
          </p:nvSpPr>
          <p:spPr>
            <a:xfrm>
              <a:off x="5875640" y="953852"/>
              <a:ext cx="79636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home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5D2A77-6CFB-F254-7FDF-26F5955669F9}"/>
                </a:ext>
              </a:extLst>
            </p:cNvPr>
            <p:cNvSpPr txBox="1"/>
            <p:nvPr/>
          </p:nvSpPr>
          <p:spPr>
            <a:xfrm>
              <a:off x="4177119" y="1666189"/>
              <a:ext cx="1326044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documents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5A982A-7A8C-1816-E98F-9E3B30B56E4B}"/>
                </a:ext>
              </a:extLst>
            </p:cNvPr>
            <p:cNvSpPr txBox="1"/>
            <p:nvPr/>
          </p:nvSpPr>
          <p:spPr>
            <a:xfrm>
              <a:off x="5758345" y="1681578"/>
              <a:ext cx="1030955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photos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EFC832-8D13-7839-FC6F-2BB66549F911}"/>
                </a:ext>
              </a:extLst>
            </p:cNvPr>
            <p:cNvSpPr txBox="1"/>
            <p:nvPr/>
          </p:nvSpPr>
          <p:spPr>
            <a:xfrm>
              <a:off x="7074070" y="1666189"/>
              <a:ext cx="1296456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downloads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E0CA48-27ED-0938-0EF4-21B9A5F446CC}"/>
                </a:ext>
              </a:extLst>
            </p:cNvPr>
            <p:cNvSpPr txBox="1"/>
            <p:nvPr/>
          </p:nvSpPr>
          <p:spPr>
            <a:xfrm>
              <a:off x="6255459" y="2316244"/>
              <a:ext cx="1424233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err="1"/>
                <a:t>holiday.jpg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3C79F9-CCD8-96B0-CFEB-FB4D858742FB}"/>
                </a:ext>
              </a:extLst>
            </p:cNvPr>
            <p:cNvSpPr txBox="1"/>
            <p:nvPr/>
          </p:nvSpPr>
          <p:spPr>
            <a:xfrm>
              <a:off x="8071430" y="2316244"/>
              <a:ext cx="1189347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err="1"/>
                <a:t>report.pdf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F6C4D9-B933-346B-07D8-97BFAA1EAE37}"/>
                </a:ext>
              </a:extLst>
            </p:cNvPr>
            <p:cNvSpPr txBox="1"/>
            <p:nvPr/>
          </p:nvSpPr>
          <p:spPr>
            <a:xfrm>
              <a:off x="4757332" y="2316244"/>
              <a:ext cx="1177362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err="1"/>
                <a:t>essay.txt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331A54-6494-FB96-A505-A7379F15EAE1}"/>
                </a:ext>
              </a:extLst>
            </p:cNvPr>
            <p:cNvSpPr txBox="1"/>
            <p:nvPr/>
          </p:nvSpPr>
          <p:spPr>
            <a:xfrm>
              <a:off x="3211747" y="2316244"/>
              <a:ext cx="1057099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err="1"/>
                <a:t>notes.txt</a:t>
              </a:r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66601BF-16D2-960B-D5DB-3D109FACF512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>
              <a:off x="6273822" y="1323184"/>
              <a:ext cx="1" cy="3583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BCE35E-89F1-9E8C-3F73-ACD8AC4E1150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 flipH="1">
              <a:off x="4840141" y="1323184"/>
              <a:ext cx="1433681" cy="343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9B2F68-4B7F-D4F0-9993-1D421F9CCE53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>
              <a:off x="6273822" y="1323184"/>
              <a:ext cx="1448476" cy="343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AB3E62-E587-47BC-B65C-6562AC60E87E}"/>
                </a:ext>
              </a:extLst>
            </p:cNvPr>
            <p:cNvCxnSpPr>
              <a:cxnSpLocks/>
              <a:stCxn id="6" idx="2"/>
              <a:endCxn id="18" idx="0"/>
            </p:cNvCxnSpPr>
            <p:nvPr/>
          </p:nvCxnSpPr>
          <p:spPr>
            <a:xfrm flipH="1">
              <a:off x="3740297" y="2035521"/>
              <a:ext cx="1099844" cy="280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52AE403-A3A6-7F2C-53B9-CC81B6BB7E03}"/>
                </a:ext>
              </a:extLst>
            </p:cNvPr>
            <p:cNvCxnSpPr>
              <a:cxnSpLocks/>
              <a:stCxn id="6" idx="2"/>
              <a:endCxn id="16" idx="0"/>
            </p:cNvCxnSpPr>
            <p:nvPr/>
          </p:nvCxnSpPr>
          <p:spPr>
            <a:xfrm>
              <a:off x="4840141" y="2035521"/>
              <a:ext cx="505872" cy="280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2549293-27F8-A575-E242-4CDE74C6585D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>
              <a:off x="6273823" y="2050910"/>
              <a:ext cx="693753" cy="2653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0B4E94-8AAD-65EE-8B9F-44708BE1A474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>
              <a:off x="7722298" y="2035521"/>
              <a:ext cx="943806" cy="280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229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3988AF8-C393-4A78-3501-5DD5E7AB219D}"/>
              </a:ext>
            </a:extLst>
          </p:cNvPr>
          <p:cNvGrpSpPr/>
          <p:nvPr/>
        </p:nvGrpSpPr>
        <p:grpSpPr>
          <a:xfrm>
            <a:off x="2209799" y="838200"/>
            <a:ext cx="8795721" cy="5863814"/>
            <a:chOff x="2209799" y="838200"/>
            <a:chExt cx="8795721" cy="58638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67DF9C2-5EAF-D0DB-D92D-2AD6467B6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799" y="838200"/>
              <a:ext cx="8795721" cy="586381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6282F94-7182-E4E7-31C4-55E243F02479}"/>
                </a:ext>
              </a:extLst>
            </p:cNvPr>
            <p:cNvSpPr/>
            <p:nvPr/>
          </p:nvSpPr>
          <p:spPr>
            <a:xfrm>
              <a:off x="2345167" y="3969572"/>
              <a:ext cx="4690334" cy="24742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084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32659B-9933-B9FB-EE48-A2F515A8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33" y="0"/>
            <a:ext cx="750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F00578F3-096D-6C34-9A4A-DEFF9C851F24}"/>
              </a:ext>
            </a:extLst>
          </p:cNvPr>
          <p:cNvGrpSpPr/>
          <p:nvPr/>
        </p:nvGrpSpPr>
        <p:grpSpPr>
          <a:xfrm>
            <a:off x="4727667" y="2538028"/>
            <a:ext cx="4093772" cy="2384371"/>
            <a:chOff x="5308580" y="1202479"/>
            <a:chExt cx="4093772" cy="238437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FDDDDE0-93FC-90DC-48B1-BEE0FCDD4B23}"/>
                </a:ext>
              </a:extLst>
            </p:cNvPr>
            <p:cNvSpPr/>
            <p:nvPr/>
          </p:nvSpPr>
          <p:spPr>
            <a:xfrm>
              <a:off x="8394525" y="2686850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E1D39F2-6BFD-2A94-3B8C-D5F69A918F2B}"/>
                </a:ext>
              </a:extLst>
            </p:cNvPr>
            <p:cNvSpPr/>
            <p:nvPr/>
          </p:nvSpPr>
          <p:spPr>
            <a:xfrm>
              <a:off x="5416407" y="1202479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51A49E-131B-A150-59CB-19891CBEB5B3}"/>
                </a:ext>
              </a:extLst>
            </p:cNvPr>
            <p:cNvSpPr/>
            <p:nvPr/>
          </p:nvSpPr>
          <p:spPr>
            <a:xfrm>
              <a:off x="5416407" y="2686850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D7C1C3-8082-5AFF-2305-B75B7FFEA848}"/>
                </a:ext>
              </a:extLst>
            </p:cNvPr>
            <p:cNvSpPr/>
            <p:nvPr/>
          </p:nvSpPr>
          <p:spPr>
            <a:xfrm>
              <a:off x="6874924" y="1202479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4D6692A-45BF-F394-28DD-D8FA523E4A5E}"/>
                </a:ext>
              </a:extLst>
            </p:cNvPr>
            <p:cNvSpPr txBox="1"/>
            <p:nvPr/>
          </p:nvSpPr>
          <p:spPr>
            <a:xfrm>
              <a:off x="5369791" y="1509870"/>
              <a:ext cx="11156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Charging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6243E1B-73B3-DB94-F6F8-5FB01F850EDC}"/>
                </a:ext>
              </a:extLst>
            </p:cNvPr>
            <p:cNvSpPr/>
            <p:nvPr/>
          </p:nvSpPr>
          <p:spPr>
            <a:xfrm>
              <a:off x="8360323" y="1229147"/>
              <a:ext cx="900000" cy="90000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68EB7BB-BA1B-C57E-4DC9-4412CB9F18CF}"/>
                </a:ext>
              </a:extLst>
            </p:cNvPr>
            <p:cNvSpPr txBox="1"/>
            <p:nvPr/>
          </p:nvSpPr>
          <p:spPr>
            <a:xfrm>
              <a:off x="7070844" y="1500364"/>
              <a:ext cx="550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Idle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22DF8CE-14DF-F86E-E274-B88001FE709E}"/>
                </a:ext>
              </a:extLst>
            </p:cNvPr>
            <p:cNvSpPr txBox="1"/>
            <p:nvPr/>
          </p:nvSpPr>
          <p:spPr>
            <a:xfrm>
              <a:off x="8428728" y="1530027"/>
              <a:ext cx="8315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Moving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87CC708-A3F3-6DFF-F1A0-1C3E38519A55}"/>
                </a:ext>
              </a:extLst>
            </p:cNvPr>
            <p:cNvSpPr txBox="1"/>
            <p:nvPr/>
          </p:nvSpPr>
          <p:spPr>
            <a:xfrm>
              <a:off x="5308580" y="2822114"/>
              <a:ext cx="11156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Returning </a:t>
              </a:r>
            </a:p>
            <a:p>
              <a:pPr algn="ctr"/>
              <a:r>
                <a:rPr lang="en-US" sz="1400" dirty="0"/>
                <a:t>to</a:t>
              </a:r>
            </a:p>
            <a:p>
              <a:pPr algn="ctr"/>
              <a:r>
                <a:rPr lang="en-US" sz="1400" dirty="0"/>
                <a:t>charge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0C0D20D-D5EC-7D24-0169-3010315A8C5B}"/>
                </a:ext>
              </a:extLst>
            </p:cNvPr>
            <p:cNvSpPr txBox="1"/>
            <p:nvPr/>
          </p:nvSpPr>
          <p:spPr>
            <a:xfrm>
              <a:off x="8286698" y="2866518"/>
              <a:ext cx="1115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Avoid</a:t>
              </a:r>
            </a:p>
            <a:p>
              <a:pPr algn="ctr"/>
              <a:r>
                <a:rPr lang="en-US" sz="1400" dirty="0"/>
                <a:t>obstacles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52363C4-DC28-534F-58B7-FE0C80AB9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9890" y="3117059"/>
              <a:ext cx="1924024" cy="87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AC81D88-2962-3156-8BE6-4F9FFD48141C}"/>
                </a:ext>
              </a:extLst>
            </p:cNvPr>
            <p:cNvCxnSpPr>
              <a:cxnSpLocks/>
            </p:cNvCxnSpPr>
            <p:nvPr/>
          </p:nvCxnSpPr>
          <p:spPr>
            <a:xfrm>
              <a:off x="6316407" y="1652479"/>
              <a:ext cx="49857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44A018A-6C12-1393-204C-98ADA363073A}"/>
                </a:ext>
              </a:extLst>
            </p:cNvPr>
            <p:cNvCxnSpPr>
              <a:cxnSpLocks/>
            </p:cNvCxnSpPr>
            <p:nvPr/>
          </p:nvCxnSpPr>
          <p:spPr>
            <a:xfrm>
              <a:off x="7805343" y="1652479"/>
              <a:ext cx="49857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6281A36-8256-06B9-1FBC-F0702E8FCA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595240" y="2432776"/>
              <a:ext cx="49857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CC2A64D-9F8E-1F43-2C9F-5CB3E291B68E}"/>
                </a:ext>
              </a:extLst>
            </p:cNvPr>
            <p:cNvCxnSpPr>
              <a:cxnSpLocks/>
            </p:cNvCxnSpPr>
            <p:nvPr/>
          </p:nvCxnSpPr>
          <p:spPr>
            <a:xfrm>
              <a:off x="5866407" y="2123359"/>
              <a:ext cx="12601" cy="51673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63D653-460B-E5DE-3CC6-C159911A822F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5687175" y="3332894"/>
            <a:ext cx="2224037" cy="910532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57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78</Words>
  <Application>Microsoft Macintosh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Hemma Philamore</dc:creator>
  <cp:lastModifiedBy>Hemma Philamore</cp:lastModifiedBy>
  <cp:revision>1</cp:revision>
  <dcterms:created xsi:type="dcterms:W3CDTF">2026-10-23T13:33:27Z</dcterms:created>
  <dcterms:modified xsi:type="dcterms:W3CDTF">2026-10-28T18:33:00Z</dcterms:modified>
</cp:coreProperties>
</file>