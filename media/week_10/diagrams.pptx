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3DC6B-D65A-0540-81A5-FA92895F50AE}" v="1" dt="2026-10-02T09:52:17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976AD799-FE43-55CA-A221-11B5AB66B93B}"/>
    <pc:docChg chg="custSel addSld modSld">
      <pc:chgData name="Hemma Philamore" userId="db50e2f3-17b2-4cc0-b719-fb6254d3e9df" providerId="ADAL" clId="{976AD799-FE43-55CA-A221-11B5AB66B93B}" dt="2026-10-02T09:52:57.352" v="45" actId="11529"/>
      <pc:docMkLst>
        <pc:docMk/>
      </pc:docMkLst>
      <pc:sldChg chg="addSp delSp modSp new mod">
        <pc:chgData name="Hemma Philamore" userId="db50e2f3-17b2-4cc0-b719-fb6254d3e9df" providerId="ADAL" clId="{976AD799-FE43-55CA-A221-11B5AB66B93B}" dt="2026-10-02T09:52:57.352" v="45" actId="11529"/>
        <pc:sldMkLst>
          <pc:docMk/>
          <pc:sldMk cId="163140457" sldId="259"/>
        </pc:sldMkLst>
        <pc:spChg chg="add del mod">
          <ac:chgData name="Hemma Philamore" userId="db50e2f3-17b2-4cc0-b719-fb6254d3e9df" providerId="ADAL" clId="{976AD799-FE43-55CA-A221-11B5AB66B93B}" dt="2026-10-02T09:52:49.538" v="44" actId="478"/>
          <ac:spMkLst>
            <pc:docMk/>
            <pc:sldMk cId="163140457" sldId="259"/>
            <ac:spMk id="3" creationId="{EF2D6BC0-DEE6-A46C-8A85-24154D06AB87}"/>
          </ac:spMkLst>
        </pc:spChg>
        <pc:spChg chg="add del mod">
          <ac:chgData name="Hemma Philamore" userId="db50e2f3-17b2-4cc0-b719-fb6254d3e9df" providerId="ADAL" clId="{976AD799-FE43-55CA-A221-11B5AB66B93B}" dt="2026-10-02T09:52:48.744" v="43" actId="478"/>
          <ac:spMkLst>
            <pc:docMk/>
            <pc:sldMk cId="163140457" sldId="259"/>
            <ac:spMk id="4" creationId="{1E9AFA0C-7EAC-8618-C70A-5F9895AB93F5}"/>
          </ac:spMkLst>
        </pc:spChg>
        <pc:graphicFrameChg chg="add mod modGraphic">
          <ac:chgData name="Hemma Philamore" userId="db50e2f3-17b2-4cc0-b719-fb6254d3e9df" providerId="ADAL" clId="{976AD799-FE43-55CA-A221-11B5AB66B93B}" dt="2026-10-02T09:52:28.050" v="42" actId="1076"/>
          <ac:graphicFrameMkLst>
            <pc:docMk/>
            <pc:sldMk cId="163140457" sldId="259"/>
            <ac:graphicFrameMk id="2" creationId="{139529C0-10FD-CB04-F0FC-BBBE8A4E2886}"/>
          </ac:graphicFrameMkLst>
        </pc:graphicFrameChg>
        <pc:cxnChg chg="add">
          <ac:chgData name="Hemma Philamore" userId="db50e2f3-17b2-4cc0-b719-fb6254d3e9df" providerId="ADAL" clId="{976AD799-FE43-55CA-A221-11B5AB66B93B}" dt="2026-10-02T09:52:57.352" v="45" actId="11529"/>
          <ac:cxnSpMkLst>
            <pc:docMk/>
            <pc:sldMk cId="163140457" sldId="259"/>
            <ac:cxnSpMk id="6" creationId="{D63FC6AD-4287-93E9-676C-1DDAE79AE88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6A1B-6BAC-7475-B076-6B3FA6462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9FD83-08F3-27F9-097C-8012C2EB2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B8E4-873B-0D56-E612-7A5B60FB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A68A3-C6C4-4958-7422-9561A95D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99595-ECE4-0C40-9A59-4D71A0EF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4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478E-362B-4DD5-EA16-C50EF4C0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E8E5-C4D4-06B9-76C2-E27A1DE68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E982-1990-D6BD-7FDE-482A7938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7E494-2D5B-4A76-293F-67C64BC1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C692-CC57-B558-E75A-B6F03844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94FF-606C-8271-9F80-EE0887C0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45EF-BC54-7B84-3103-4FED86882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E9B4-292A-5F85-EED5-12CED7FB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796A-2739-E9FB-1AA3-9D100F06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0FCC6-4815-4F2F-DA9D-D8806600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4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8F00-68D9-1960-6F49-B3B729D4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29DA-9D3F-A62A-A41A-0A6A21402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FA22A-D2F8-B92B-F7FA-4CB7BDD57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04025-2D54-E6EA-85AE-4F96EC2B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012B-DC4E-BCC3-8580-EC717E3B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B0781-FC2F-8A85-6C5D-A8C23364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7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7BE8-BB4B-E153-D0F3-90432516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4E5AA-2DE9-1682-52EB-975A651FA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E6BAA-0054-A4F9-5BFD-926C10E8A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6018D-3EE1-32C9-41C9-A98083331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F903C-0BB7-E185-91BD-3AEA1AAE0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0CA64-F034-E029-2098-6DE46F5D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7E725-7E0D-590F-C64F-5E49CB17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AF733-D825-A375-848F-16D66ACB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2EC6-05FF-1367-1C79-2A51AFDF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85017-6766-BD89-45E6-F669FFFB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62603-1616-A37A-C712-27C88FC6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1C609-A1DB-6B7F-327D-DFB56CFF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9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B9A5FC-D3C6-9F18-48DB-DEEA3711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B5DF5-48B4-C877-3873-641A7AB7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AA518-C69A-6075-B3A7-519B25B0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4D30-D257-986B-1AC9-E1DC8A03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E7A9-1612-4C1C-FF83-432DDE872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E999C-1E6B-EE66-9EB3-C4E487ED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D14AC-E357-64D2-21E4-CB16327E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65C0B-A05B-5D7F-B9C0-3C9A1F21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36229-F5FA-DB36-C065-0E9A88F8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F29F-4D10-AC7C-DF93-8635B860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506B4-EA10-3015-59BE-26F359F84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12724-8223-5F0F-DF6B-BAB34424D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5C27C-979F-0315-DF98-7EDEC0F0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E5F98-9AE7-CE8D-DF36-46D981C3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D3E6F-1E8B-EC35-43C8-F146E634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1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6769-35D9-4FCD-572F-23910508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7D15B-8F5B-7A39-921B-A1A8F708A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216C2-3BA1-C799-4D0F-0D1DFD3E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2A182-9042-A809-2881-2E5F2700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8623-FF27-494A-7C9C-81BE87D4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7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5B578-1C1F-7729-7789-AAFF91203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B3C9D-93F9-79A2-C4F0-FDF559421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190E-93DA-1D8C-23FF-89045456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3DD7-D6E5-D366-8689-572BAA19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6F09-F8A3-F68E-7852-69C10A1D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7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4A059-E67C-A906-8084-6C273963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30EBA-3137-BDA5-358F-7F747FA5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C4EBC-2E01-B7EE-52C4-3F828A9CB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539BA-54A7-0D48-93B9-3DB7468E8C1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671D-49B3-D29F-458E-FC7D68FA1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983A-3BDA-FAC7-6BEE-C3A3B797F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4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BE6549-D519-7978-8C79-45C1CCF4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6" t="36322" r="11363" b="12350"/>
          <a:stretch>
            <a:fillRect/>
          </a:stretch>
        </p:blipFill>
        <p:spPr>
          <a:xfrm>
            <a:off x="1494554" y="188244"/>
            <a:ext cx="3917092" cy="22489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0E0CE97-DD2D-18CC-926E-6ADE97B57EC4}"/>
              </a:ext>
            </a:extLst>
          </p:cNvPr>
          <p:cNvSpPr/>
          <p:nvPr/>
        </p:nvSpPr>
        <p:spPr>
          <a:xfrm>
            <a:off x="2491184" y="710357"/>
            <a:ext cx="1620000" cy="1620000"/>
          </a:xfrm>
          <a:prstGeom prst="ellipse">
            <a:avLst/>
          </a:prstGeom>
          <a:solidFill>
            <a:schemeClr val="bg1">
              <a:lumMod val="50000"/>
              <a:alpha val="18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08C697-452B-18F4-0A68-07969A8A4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6" t="36322" r="11363" b="12350"/>
          <a:stretch>
            <a:fillRect/>
          </a:stretch>
        </p:blipFill>
        <p:spPr>
          <a:xfrm>
            <a:off x="6793113" y="188244"/>
            <a:ext cx="3917092" cy="224893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A2D803-B696-E12A-8C6D-559ECA86B8E1}"/>
              </a:ext>
            </a:extLst>
          </p:cNvPr>
          <p:cNvCxnSpPr>
            <a:cxnSpLocks/>
          </p:cNvCxnSpPr>
          <p:nvPr/>
        </p:nvCxnSpPr>
        <p:spPr>
          <a:xfrm>
            <a:off x="8162068" y="615930"/>
            <a:ext cx="440254" cy="90442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C849EA-9237-8EDA-598E-6BA8075F3426}"/>
              </a:ext>
            </a:extLst>
          </p:cNvPr>
          <p:cNvCxnSpPr>
            <a:cxnSpLocks/>
          </p:cNvCxnSpPr>
          <p:nvPr/>
        </p:nvCxnSpPr>
        <p:spPr>
          <a:xfrm flipH="1">
            <a:off x="8599692" y="615930"/>
            <a:ext cx="151967" cy="89248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206A3C-028A-6A69-9951-0FB7A3B526DB}"/>
              </a:ext>
            </a:extLst>
          </p:cNvPr>
          <p:cNvCxnSpPr>
            <a:cxnSpLocks/>
          </p:cNvCxnSpPr>
          <p:nvPr/>
        </p:nvCxnSpPr>
        <p:spPr>
          <a:xfrm flipH="1" flipV="1">
            <a:off x="7792853" y="1074112"/>
            <a:ext cx="806839" cy="446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e 34">
            <a:extLst>
              <a:ext uri="{FF2B5EF4-FFF2-40B4-BE49-F238E27FC236}">
                <a16:creationId xmlns:a16="http://schemas.microsoft.com/office/drawing/2014/main" id="{7B5CDB9E-62C5-1CD0-7B04-4B5F37B27EB4}"/>
              </a:ext>
            </a:extLst>
          </p:cNvPr>
          <p:cNvSpPr/>
          <p:nvPr/>
        </p:nvSpPr>
        <p:spPr>
          <a:xfrm>
            <a:off x="8329692" y="1238419"/>
            <a:ext cx="540000" cy="540000"/>
          </a:xfrm>
          <a:prstGeom prst="pie">
            <a:avLst>
              <a:gd name="adj1" fmla="val 12522671"/>
              <a:gd name="adj2" fmla="val 14593942"/>
            </a:avLst>
          </a:prstGeom>
          <a:solidFill>
            <a:schemeClr val="bg1">
              <a:lumMod val="65000"/>
              <a:alpha val="33349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Pie 35">
            <a:extLst>
              <a:ext uri="{FF2B5EF4-FFF2-40B4-BE49-F238E27FC236}">
                <a16:creationId xmlns:a16="http://schemas.microsoft.com/office/drawing/2014/main" id="{CC6EA5C2-DF3F-D956-D702-55D7F2321D82}"/>
              </a:ext>
            </a:extLst>
          </p:cNvPr>
          <p:cNvSpPr/>
          <p:nvPr/>
        </p:nvSpPr>
        <p:spPr>
          <a:xfrm>
            <a:off x="8329692" y="1238419"/>
            <a:ext cx="540000" cy="540000"/>
          </a:xfrm>
          <a:prstGeom prst="pie">
            <a:avLst>
              <a:gd name="adj1" fmla="val 14694762"/>
              <a:gd name="adj2" fmla="val 16820720"/>
            </a:avLst>
          </a:prstGeom>
          <a:solidFill>
            <a:schemeClr val="bg1">
              <a:lumMod val="65000"/>
              <a:alpha val="33349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F811E5-8FE7-C7B1-1D93-857A899DA576}"/>
                  </a:ext>
                </a:extLst>
              </p:cNvPr>
              <p:cNvSpPr txBox="1"/>
              <p:nvPr/>
            </p:nvSpPr>
            <p:spPr>
              <a:xfrm>
                <a:off x="8599692" y="345930"/>
                <a:ext cx="715004" cy="224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 radians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F811E5-8FE7-C7B1-1D93-857A899DA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692" y="345930"/>
                <a:ext cx="715004" cy="224485"/>
              </a:xfrm>
              <a:prstGeom prst="rect">
                <a:avLst/>
              </a:prstGeom>
              <a:blipFill>
                <a:blip r:embed="rId3"/>
                <a:stretch>
                  <a:fillRect l="-7018" t="-10526" r="-1052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E06A8-7E80-1EB9-53E1-4B0477B2B535}"/>
                  </a:ext>
                </a:extLst>
              </p:cNvPr>
              <p:cNvSpPr txBox="1"/>
              <p:nvPr/>
            </p:nvSpPr>
            <p:spPr>
              <a:xfrm>
                <a:off x="7164133" y="900169"/>
                <a:ext cx="715004" cy="224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 radians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E06A8-7E80-1EB9-53E1-4B0477B2B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133" y="900169"/>
                <a:ext cx="715004" cy="224485"/>
              </a:xfrm>
              <a:prstGeom prst="rect">
                <a:avLst/>
              </a:prstGeom>
              <a:blipFill>
                <a:blip r:embed="rId4"/>
                <a:stretch>
                  <a:fillRect l="-3509" t="-11111" r="-105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88FCC-35C8-8476-CD56-DD66847117B6}"/>
                  </a:ext>
                </a:extLst>
              </p:cNvPr>
              <p:cNvSpPr txBox="1"/>
              <p:nvPr/>
            </p:nvSpPr>
            <p:spPr>
              <a:xfrm>
                <a:off x="7879137" y="431111"/>
                <a:ext cx="56586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radians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88FCC-35C8-8476-CD56-DD6684711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137" y="431111"/>
                <a:ext cx="565861" cy="169277"/>
              </a:xfrm>
              <a:prstGeom prst="rect">
                <a:avLst/>
              </a:prstGeom>
              <a:blipFill>
                <a:blip r:embed="rId5"/>
                <a:stretch>
                  <a:fillRect l="-8889" t="-28571" r="-15556" b="-4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1AE3DB-03C1-C544-81CE-3DA73AA52629}"/>
              </a:ext>
            </a:extLst>
          </p:cNvPr>
          <p:cNvCxnSpPr>
            <a:cxnSpLocks/>
          </p:cNvCxnSpPr>
          <p:nvPr/>
        </p:nvCxnSpPr>
        <p:spPr>
          <a:xfrm>
            <a:off x="7761092" y="1160909"/>
            <a:ext cx="799587" cy="421927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6BBBEF-DDD2-260A-6642-AAF99653D558}"/>
                  </a:ext>
                </a:extLst>
              </p:cNvPr>
              <p:cNvSpPr txBox="1"/>
              <p:nvPr/>
            </p:nvSpPr>
            <p:spPr>
              <a:xfrm rot="1709088">
                <a:off x="7804184" y="1397399"/>
                <a:ext cx="7134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900" dirty="0"/>
                  <a:t>Sensor range</a:t>
                </a:r>
              </a:p>
              <a:p>
                <a14:m>
                  <m:oMath xmlns:m="http://schemas.openxmlformats.org/officeDocument/2006/math">
                    <m:r>
                      <a:rPr lang="en-GB" sz="9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900" b="0" i="1" smtClean="0">
                        <a:latin typeface="Cambria Math" panose="02040503050406030204" pitchFamily="18" charset="0"/>
                      </a:rPr>
                      <m:t>00 </m:t>
                    </m:r>
                  </m:oMath>
                </a14:m>
                <a:r>
                  <a:rPr lang="en-US" sz="900" dirty="0"/>
                  <a:t>mm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6BBBEF-DDD2-260A-6642-AAF99653D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9088">
                <a:off x="7804184" y="1397399"/>
                <a:ext cx="713402" cy="276999"/>
              </a:xfrm>
              <a:prstGeom prst="rect">
                <a:avLst/>
              </a:prstGeom>
              <a:blipFill>
                <a:blip r:embed="rId6"/>
                <a:stretch>
                  <a:fillRect l="-4918" t="-10638" r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EA1CA30-B8FB-FE68-CEE3-E7126C2431BD}"/>
              </a:ext>
            </a:extLst>
          </p:cNvPr>
          <p:cNvGrpSpPr/>
          <p:nvPr/>
        </p:nvGrpSpPr>
        <p:grpSpPr>
          <a:xfrm>
            <a:off x="3946927" y="3440092"/>
            <a:ext cx="951876" cy="904427"/>
            <a:chOff x="2765685" y="4567151"/>
            <a:chExt cx="951876" cy="90442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66D8118-2718-AAA8-38A7-83275575D318}"/>
                </a:ext>
              </a:extLst>
            </p:cNvPr>
            <p:cNvCxnSpPr>
              <a:cxnSpLocks/>
            </p:cNvCxnSpPr>
            <p:nvPr/>
          </p:nvCxnSpPr>
          <p:spPr>
            <a:xfrm>
              <a:off x="2962977" y="4567151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0C822D5-2BC3-CD28-1168-BB36C2CAABCA}"/>
                </a:ext>
              </a:extLst>
            </p:cNvPr>
            <p:cNvCxnSpPr/>
            <p:nvPr/>
          </p:nvCxnSpPr>
          <p:spPr>
            <a:xfrm>
              <a:off x="2765685" y="4759377"/>
              <a:ext cx="95187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C184240A-D570-C811-1CA7-8288BBE6D7A8}"/>
              </a:ext>
            </a:extLst>
          </p:cNvPr>
          <p:cNvSpPr txBox="1"/>
          <p:nvPr/>
        </p:nvSpPr>
        <p:spPr>
          <a:xfrm>
            <a:off x="9414802" y="4792683"/>
            <a:ext cx="45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1D912B4-04FE-AE8D-414C-940E84C53DE4}"/>
                  </a:ext>
                </a:extLst>
              </p:cNvPr>
              <p:cNvSpPr txBox="1"/>
              <p:nvPr/>
            </p:nvSpPr>
            <p:spPr>
              <a:xfrm>
                <a:off x="4588347" y="4373125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1D912B4-04FE-AE8D-414C-940E84C53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347" y="4373125"/>
                <a:ext cx="180241" cy="184666"/>
              </a:xfrm>
              <a:prstGeom prst="rect">
                <a:avLst/>
              </a:prstGeom>
              <a:blipFill>
                <a:blip r:embed="rId7"/>
                <a:stretch>
                  <a:fillRect l="-20000" r="-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9636BE3-017E-011B-4DC2-6C7003A7C0B7}"/>
                  </a:ext>
                </a:extLst>
              </p:cNvPr>
              <p:cNvSpPr txBox="1"/>
              <p:nvPr/>
            </p:nvSpPr>
            <p:spPr>
              <a:xfrm>
                <a:off x="3946927" y="3183760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9636BE3-017E-011B-4DC2-6C7003A7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27" y="3183760"/>
                <a:ext cx="183832" cy="184666"/>
              </a:xfrm>
              <a:prstGeom prst="rect">
                <a:avLst/>
              </a:prstGeom>
              <a:blipFill>
                <a:blip r:embed="rId8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F7DD150-EFCB-CF92-3A0D-52D154B3C4C7}"/>
                  </a:ext>
                </a:extLst>
              </p:cNvPr>
              <p:cNvSpPr txBox="1"/>
              <p:nvPr/>
            </p:nvSpPr>
            <p:spPr>
              <a:xfrm>
                <a:off x="3667828" y="3515231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F7DD150-EFCB-CF92-3A0D-52D154B3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28" y="3515231"/>
                <a:ext cx="199927" cy="184666"/>
              </a:xfrm>
              <a:prstGeom prst="rect">
                <a:avLst/>
              </a:prstGeom>
              <a:blipFill>
                <a:blip r:embed="rId9"/>
                <a:stretch>
                  <a:fillRect l="-23529" r="-588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8B7952A-65FE-3155-F900-858FFFE37391}"/>
                  </a:ext>
                </a:extLst>
              </p:cNvPr>
              <p:cNvSpPr txBox="1"/>
              <p:nvPr/>
            </p:nvSpPr>
            <p:spPr>
              <a:xfrm>
                <a:off x="4940709" y="3515789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8B7952A-65FE-3155-F900-858FFFE37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09" y="3515789"/>
                <a:ext cx="203517" cy="184666"/>
              </a:xfrm>
              <a:prstGeom prst="rect">
                <a:avLst/>
              </a:prstGeom>
              <a:blipFill>
                <a:blip r:embed="rId10"/>
                <a:stretch>
                  <a:fillRect l="-22222" r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Oval 157">
            <a:extLst>
              <a:ext uri="{FF2B5EF4-FFF2-40B4-BE49-F238E27FC236}">
                <a16:creationId xmlns:a16="http://schemas.microsoft.com/office/drawing/2014/main" id="{84582470-0EEB-E66A-178A-F2E075E5495E}"/>
              </a:ext>
            </a:extLst>
          </p:cNvPr>
          <p:cNvSpPr/>
          <p:nvPr/>
        </p:nvSpPr>
        <p:spPr>
          <a:xfrm>
            <a:off x="3913611" y="359631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33A17CD-A03E-7222-E108-CC4C5EDF0EAB}"/>
              </a:ext>
            </a:extLst>
          </p:cNvPr>
          <p:cNvSpPr/>
          <p:nvPr/>
        </p:nvSpPr>
        <p:spPr>
          <a:xfrm>
            <a:off x="4842450" y="359631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C68C252-B471-396C-466C-59C57439D82B}"/>
              </a:ext>
            </a:extLst>
          </p:cNvPr>
          <p:cNvSpPr/>
          <p:nvPr/>
        </p:nvSpPr>
        <p:spPr>
          <a:xfrm>
            <a:off x="4108219" y="340442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DD3E4F3D-EB3D-8A11-C300-BE4056FA9AFD}"/>
              </a:ext>
            </a:extLst>
          </p:cNvPr>
          <p:cNvSpPr/>
          <p:nvPr/>
        </p:nvSpPr>
        <p:spPr>
          <a:xfrm>
            <a:off x="4554948" y="4308519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75F5B84-092F-7D56-FC28-D6FEFC625480}"/>
              </a:ext>
            </a:extLst>
          </p:cNvPr>
          <p:cNvGrpSpPr/>
          <p:nvPr/>
        </p:nvGrpSpPr>
        <p:grpSpPr>
          <a:xfrm>
            <a:off x="672165" y="4535664"/>
            <a:ext cx="754803" cy="1521501"/>
            <a:chOff x="2648428" y="3950077"/>
            <a:chExt cx="754803" cy="1521501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EDB6ED4-0578-7510-8AF4-B7509CC3BED2}"/>
                </a:ext>
              </a:extLst>
            </p:cNvPr>
            <p:cNvCxnSpPr>
              <a:cxnSpLocks/>
            </p:cNvCxnSpPr>
            <p:nvPr/>
          </p:nvCxnSpPr>
          <p:spPr>
            <a:xfrm>
              <a:off x="2962977" y="4567151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5E71D2C-A502-04A0-D7B9-085567CFA387}"/>
                </a:ext>
              </a:extLst>
            </p:cNvPr>
            <p:cNvCxnSpPr>
              <a:cxnSpLocks/>
            </p:cNvCxnSpPr>
            <p:nvPr/>
          </p:nvCxnSpPr>
          <p:spPr>
            <a:xfrm>
              <a:off x="2648428" y="3950077"/>
              <a:ext cx="474870" cy="9764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3051262-A936-D79E-0DE7-C7DBA5F496F8}"/>
                  </a:ext>
                </a:extLst>
              </p:cNvPr>
              <p:cNvSpPr txBox="1"/>
              <p:nvPr/>
            </p:nvSpPr>
            <p:spPr>
              <a:xfrm>
                <a:off x="1307322" y="6092831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3051262-A936-D79E-0DE7-C7DBA5F49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2" y="6092831"/>
                <a:ext cx="180241" cy="184666"/>
              </a:xfrm>
              <a:prstGeom prst="rect">
                <a:avLst/>
              </a:prstGeom>
              <a:blipFill>
                <a:blip r:embed="rId11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ABAA755-24B4-E4BB-D190-E0F90F93CA89}"/>
                  </a:ext>
                </a:extLst>
              </p:cNvPr>
              <p:cNvSpPr txBox="1"/>
              <p:nvPr/>
            </p:nvSpPr>
            <p:spPr>
              <a:xfrm>
                <a:off x="777651" y="5125028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ABAA755-24B4-E4BB-D190-E0F90F93C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51" y="5125028"/>
                <a:ext cx="183832" cy="184666"/>
              </a:xfrm>
              <a:prstGeom prst="rect">
                <a:avLst/>
              </a:prstGeom>
              <a:blipFill>
                <a:blip r:embed="rId12"/>
                <a:stretch>
                  <a:fillRect l="-20000" r="-1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503C6A3-B34E-450B-318A-5CA6D2A1F66B}"/>
                  </a:ext>
                </a:extLst>
              </p:cNvPr>
              <p:cNvSpPr txBox="1"/>
              <p:nvPr/>
            </p:nvSpPr>
            <p:spPr>
              <a:xfrm>
                <a:off x="992492" y="5488946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503C6A3-B34E-450B-318A-5CA6D2A1F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92" y="5488946"/>
                <a:ext cx="199927" cy="184666"/>
              </a:xfrm>
              <a:prstGeom prst="rect">
                <a:avLst/>
              </a:prstGeom>
              <a:blipFill>
                <a:blip r:embed="rId13"/>
                <a:stretch>
                  <a:fillRect l="-23529" r="-58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C342195-3F69-6A53-0A9A-DC6E3BE4406F}"/>
                  </a:ext>
                </a:extLst>
              </p:cNvPr>
              <p:cNvSpPr txBox="1"/>
              <p:nvPr/>
            </p:nvSpPr>
            <p:spPr>
              <a:xfrm>
                <a:off x="509036" y="4544133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C342195-3F69-6A53-0A9A-DC6E3BE44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36" y="4544133"/>
                <a:ext cx="203517" cy="184666"/>
              </a:xfrm>
              <a:prstGeom prst="rect">
                <a:avLst/>
              </a:prstGeom>
              <a:blipFill>
                <a:blip r:embed="rId14"/>
                <a:stretch>
                  <a:fillRect l="-23529" r="-588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Oval 168">
            <a:extLst>
              <a:ext uri="{FF2B5EF4-FFF2-40B4-BE49-F238E27FC236}">
                <a16:creationId xmlns:a16="http://schemas.microsoft.com/office/drawing/2014/main" id="{A9F01133-3EA8-50FE-CD03-F1B8AAA1DA19}"/>
              </a:ext>
            </a:extLst>
          </p:cNvPr>
          <p:cNvSpPr/>
          <p:nvPr/>
        </p:nvSpPr>
        <p:spPr>
          <a:xfrm>
            <a:off x="626781" y="4476554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91789995-E92A-A125-D1DA-FB188C0C34A8}"/>
              </a:ext>
            </a:extLst>
          </p:cNvPr>
          <p:cNvSpPr/>
          <p:nvPr/>
        </p:nvSpPr>
        <p:spPr>
          <a:xfrm>
            <a:off x="1111035" y="546684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0D516DC-F3D5-6943-38FD-C6D60482DAC8}"/>
              </a:ext>
            </a:extLst>
          </p:cNvPr>
          <p:cNvSpPr/>
          <p:nvPr/>
        </p:nvSpPr>
        <p:spPr>
          <a:xfrm>
            <a:off x="950714" y="5117072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6F0A9ECA-2884-E143-83EF-E771B8E98069}"/>
              </a:ext>
            </a:extLst>
          </p:cNvPr>
          <p:cNvSpPr/>
          <p:nvPr/>
        </p:nvSpPr>
        <p:spPr>
          <a:xfrm>
            <a:off x="1397443" y="6021165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A069227-46EA-28D3-FAF3-4BF38A863E57}"/>
              </a:ext>
            </a:extLst>
          </p:cNvPr>
          <p:cNvGrpSpPr/>
          <p:nvPr/>
        </p:nvGrpSpPr>
        <p:grpSpPr>
          <a:xfrm>
            <a:off x="2491184" y="4446811"/>
            <a:ext cx="982287" cy="2006615"/>
            <a:chOff x="2648428" y="3950077"/>
            <a:chExt cx="982287" cy="2006615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04DAEC4-F304-35AE-2DD9-FD777493ED6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461" y="5052265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4E90D88-337A-7A4B-5BA3-43F7B94F273F}"/>
                </a:ext>
              </a:extLst>
            </p:cNvPr>
            <p:cNvCxnSpPr>
              <a:cxnSpLocks/>
            </p:cNvCxnSpPr>
            <p:nvPr/>
          </p:nvCxnSpPr>
          <p:spPr>
            <a:xfrm>
              <a:off x="2648428" y="3950077"/>
              <a:ext cx="474870" cy="9764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79E5E840-4382-14EF-C5A3-8A4E0D42E6C5}"/>
                  </a:ext>
                </a:extLst>
              </p:cNvPr>
              <p:cNvSpPr txBox="1"/>
              <p:nvPr/>
            </p:nvSpPr>
            <p:spPr>
              <a:xfrm>
                <a:off x="3257110" y="6379093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79E5E840-4382-14EF-C5A3-8A4E0D42E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110" y="6379093"/>
                <a:ext cx="180241" cy="184666"/>
              </a:xfrm>
              <a:prstGeom prst="rect">
                <a:avLst/>
              </a:prstGeom>
              <a:blipFill>
                <a:blip r:embed="rId15"/>
                <a:stretch>
                  <a:fillRect l="-20000" r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E81F596-AD64-E05A-6FA2-F53D768E27DE}"/>
                  </a:ext>
                </a:extLst>
              </p:cNvPr>
              <p:cNvSpPr txBox="1"/>
              <p:nvPr/>
            </p:nvSpPr>
            <p:spPr>
              <a:xfrm>
                <a:off x="2807099" y="5499725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E81F596-AD64-E05A-6FA2-F53D768E2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99" y="5499725"/>
                <a:ext cx="183832" cy="184666"/>
              </a:xfrm>
              <a:prstGeom prst="rect">
                <a:avLst/>
              </a:prstGeom>
              <a:blipFill>
                <a:blip r:embed="rId16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5BB976AC-9DE3-955D-B409-D5FC6D95421E}"/>
                  </a:ext>
                </a:extLst>
              </p:cNvPr>
              <p:cNvSpPr txBox="1"/>
              <p:nvPr/>
            </p:nvSpPr>
            <p:spPr>
              <a:xfrm>
                <a:off x="2730111" y="5298799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5BB976AC-9DE3-955D-B409-D5FC6D954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111" y="5298799"/>
                <a:ext cx="199927" cy="184666"/>
              </a:xfrm>
              <a:prstGeom prst="rect">
                <a:avLst/>
              </a:prstGeom>
              <a:blipFill>
                <a:blip r:embed="rId17"/>
                <a:stretch>
                  <a:fillRect l="-25000" r="-625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D3F161E-603D-5855-EDC8-C34997EA9AFF}"/>
                  </a:ext>
                </a:extLst>
              </p:cNvPr>
              <p:cNvSpPr txBox="1"/>
              <p:nvPr/>
            </p:nvSpPr>
            <p:spPr>
              <a:xfrm>
                <a:off x="2328055" y="4455280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D3F161E-603D-5855-EDC8-C34997EA9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055" y="4455280"/>
                <a:ext cx="203517" cy="184666"/>
              </a:xfrm>
              <a:prstGeom prst="rect">
                <a:avLst/>
              </a:prstGeom>
              <a:blipFill>
                <a:blip r:embed="rId18"/>
                <a:stretch>
                  <a:fillRect l="-23529" r="-588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Oval 181">
            <a:extLst>
              <a:ext uri="{FF2B5EF4-FFF2-40B4-BE49-F238E27FC236}">
                <a16:creationId xmlns:a16="http://schemas.microsoft.com/office/drawing/2014/main" id="{5B0824A6-7ACA-C005-A383-7480DECD7EA8}"/>
              </a:ext>
            </a:extLst>
          </p:cNvPr>
          <p:cNvSpPr/>
          <p:nvPr/>
        </p:nvSpPr>
        <p:spPr>
          <a:xfrm>
            <a:off x="2445800" y="4387701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7DC98C5A-CEA4-BD4A-13BF-F6300D0EF003}"/>
              </a:ext>
            </a:extLst>
          </p:cNvPr>
          <p:cNvSpPr/>
          <p:nvPr/>
        </p:nvSpPr>
        <p:spPr>
          <a:xfrm>
            <a:off x="2930054" y="5377995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87807A0D-BB39-57D6-5375-D647E12003F4}"/>
              </a:ext>
            </a:extLst>
          </p:cNvPr>
          <p:cNvSpPr/>
          <p:nvPr/>
        </p:nvSpPr>
        <p:spPr>
          <a:xfrm>
            <a:off x="3005026" y="552013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87C958C5-6DDC-69AF-9537-EAB353E850C1}"/>
              </a:ext>
            </a:extLst>
          </p:cNvPr>
          <p:cNvSpPr/>
          <p:nvPr/>
        </p:nvSpPr>
        <p:spPr>
          <a:xfrm>
            <a:off x="3437471" y="641742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0DB04B9-3774-E353-ED89-26BC7CB0789D}"/>
              </a:ext>
            </a:extLst>
          </p:cNvPr>
          <p:cNvGrpSpPr/>
          <p:nvPr/>
        </p:nvGrpSpPr>
        <p:grpSpPr>
          <a:xfrm>
            <a:off x="7740871" y="5061170"/>
            <a:ext cx="4429904" cy="1758452"/>
            <a:chOff x="6878031" y="3828490"/>
            <a:chExt cx="4429904" cy="1758452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46CE7DB-EE05-C5C1-E4D3-5787214C4855}"/>
                </a:ext>
              </a:extLst>
            </p:cNvPr>
            <p:cNvGrpSpPr/>
            <p:nvPr/>
          </p:nvGrpSpPr>
          <p:grpSpPr>
            <a:xfrm>
              <a:off x="7024976" y="4051489"/>
              <a:ext cx="835584" cy="1012427"/>
              <a:chOff x="9771893" y="4060937"/>
              <a:chExt cx="835584" cy="1012427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9B60649-FEB6-60E8-713C-4CF2679B9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0998" y="4200494"/>
                <a:ext cx="351149" cy="7308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A212C20-9017-D351-E435-3EA27BDAE880}"/>
                  </a:ext>
                </a:extLst>
              </p:cNvPr>
              <p:cNvSpPr/>
              <p:nvPr/>
            </p:nvSpPr>
            <p:spPr>
              <a:xfrm>
                <a:off x="10212147" y="496536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55524AC-2D41-9852-186E-7B8DD8F65B97}"/>
                  </a:ext>
                </a:extLst>
              </p:cNvPr>
              <p:cNvSpPr/>
              <p:nvPr/>
            </p:nvSpPr>
            <p:spPr>
              <a:xfrm>
                <a:off x="9771893" y="4060937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B6DD94F-1C69-5F0D-6BE3-AABE90845ED3}"/>
                  </a:ext>
                </a:extLst>
              </p:cNvPr>
              <p:cNvSpPr/>
              <p:nvPr/>
            </p:nvSpPr>
            <p:spPr>
              <a:xfrm>
                <a:off x="10499477" y="4253163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41AFC6E-AB1A-60A4-5299-D64AAA6BEA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26374" y="4168937"/>
                <a:ext cx="546103" cy="961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85143F3-B6EC-0563-5B2A-EC1531D96C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01003" y="4395150"/>
                <a:ext cx="198474" cy="53622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964BE04-B984-584E-B9AC-09ED2F4375F1}"/>
                </a:ext>
              </a:extLst>
            </p:cNvPr>
            <p:cNvGrpSpPr/>
            <p:nvPr/>
          </p:nvGrpSpPr>
          <p:grpSpPr>
            <a:xfrm>
              <a:off x="8869997" y="4026034"/>
              <a:ext cx="745546" cy="1012427"/>
              <a:chOff x="7880779" y="4072894"/>
              <a:chExt cx="745546" cy="101242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907CBF1-81E1-58E1-5311-4214CA857A51}"/>
                  </a:ext>
                </a:extLst>
              </p:cNvPr>
              <p:cNvSpPr/>
              <p:nvPr/>
            </p:nvSpPr>
            <p:spPr>
              <a:xfrm>
                <a:off x="8518325" y="497732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A82E9F3-14D7-1A03-66CB-2293CA26106B}"/>
                  </a:ext>
                </a:extLst>
              </p:cNvPr>
              <p:cNvSpPr/>
              <p:nvPr/>
            </p:nvSpPr>
            <p:spPr>
              <a:xfrm>
                <a:off x="8078071" y="407289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574A52BE-3A75-7A84-952F-44730140046B}"/>
                  </a:ext>
                </a:extLst>
              </p:cNvPr>
              <p:cNvSpPr/>
              <p:nvPr/>
            </p:nvSpPr>
            <p:spPr>
              <a:xfrm>
                <a:off x="7880779" y="4265120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237FABD-B7C9-05B5-CA13-D0C6D1B41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7606" y="4217028"/>
                <a:ext cx="359614" cy="7308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B925059-226C-361D-3565-43A5121596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8779" y="4182609"/>
                <a:ext cx="99971" cy="9331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70942A18-330D-8E8C-847C-8CB852D523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88779" y="4395150"/>
                <a:ext cx="487071" cy="60990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F4F5933-E2EA-6B1A-5B63-528E42B2F558}"/>
                </a:ext>
              </a:extLst>
            </p:cNvPr>
            <p:cNvSpPr/>
            <p:nvPr/>
          </p:nvSpPr>
          <p:spPr>
            <a:xfrm>
              <a:off x="10948636" y="49653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D589971-C856-01ED-B286-72C8BBFCA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6582" y="4583756"/>
              <a:ext cx="210861" cy="3446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806D719-D4A1-834F-726B-36246C3FE2FB}"/>
                </a:ext>
              </a:extLst>
            </p:cNvPr>
            <p:cNvSpPr/>
            <p:nvPr/>
          </p:nvSpPr>
          <p:spPr>
            <a:xfrm>
              <a:off x="10618582" y="444116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901687B-BB95-6877-11D4-9044C652E42B}"/>
                </a:ext>
              </a:extLst>
            </p:cNvPr>
            <p:cNvSpPr/>
            <p:nvPr/>
          </p:nvSpPr>
          <p:spPr>
            <a:xfrm>
              <a:off x="10299721" y="3918034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69A49EA-3D86-56C9-C3E0-048AD3BB55B9}"/>
                </a:ext>
              </a:extLst>
            </p:cNvPr>
            <p:cNvCxnSpPr>
              <a:cxnSpLocks/>
            </p:cNvCxnSpPr>
            <p:nvPr/>
          </p:nvCxnSpPr>
          <p:spPr>
            <a:xfrm>
              <a:off x="10407721" y="4061288"/>
              <a:ext cx="210861" cy="3446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0610DE0E-9640-6D88-FAA1-02F654367001}"/>
                </a:ext>
              </a:extLst>
            </p:cNvPr>
            <p:cNvSpPr txBox="1"/>
            <p:nvPr/>
          </p:nvSpPr>
          <p:spPr>
            <a:xfrm>
              <a:off x="7394206" y="502793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E0FC26D-5518-1BE3-15AA-742813F0402B}"/>
                </a:ext>
              </a:extLst>
            </p:cNvPr>
            <p:cNvSpPr txBox="1"/>
            <p:nvPr/>
          </p:nvSpPr>
          <p:spPr>
            <a:xfrm>
              <a:off x="6878031" y="382849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C360369-67C1-4F1C-B8EA-DE7ABD95EEAC}"/>
                </a:ext>
              </a:extLst>
            </p:cNvPr>
            <p:cNvSpPr txBox="1"/>
            <p:nvPr/>
          </p:nvSpPr>
          <p:spPr>
            <a:xfrm>
              <a:off x="7744329" y="4026034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2C9EE40-C49A-B85F-2443-F4D90C8FF3B9}"/>
                </a:ext>
              </a:extLst>
            </p:cNvPr>
            <p:cNvSpPr txBox="1"/>
            <p:nvPr/>
          </p:nvSpPr>
          <p:spPr>
            <a:xfrm>
              <a:off x="9445031" y="5002475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5202DC0-ABA9-D8E5-0B09-CF2DD84557F6}"/>
                </a:ext>
              </a:extLst>
            </p:cNvPr>
            <p:cNvSpPr txBox="1"/>
            <p:nvPr/>
          </p:nvSpPr>
          <p:spPr>
            <a:xfrm>
              <a:off x="8632204" y="421826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635F0BA-EE39-CB85-06DF-0465133008AC}"/>
                </a:ext>
              </a:extLst>
            </p:cNvPr>
            <p:cNvSpPr txBox="1"/>
            <p:nvPr/>
          </p:nvSpPr>
          <p:spPr>
            <a:xfrm>
              <a:off x="10854141" y="506391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3290139-0808-1A17-2513-68092AA2C4BA}"/>
                </a:ext>
              </a:extLst>
            </p:cNvPr>
            <p:cNvSpPr txBox="1"/>
            <p:nvPr/>
          </p:nvSpPr>
          <p:spPr>
            <a:xfrm>
              <a:off x="10445685" y="447843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C8E88E4-67B7-6EF3-807F-32A2D34AE4E1}"/>
                </a:ext>
              </a:extLst>
            </p:cNvPr>
            <p:cNvSpPr txBox="1"/>
            <p:nvPr/>
          </p:nvSpPr>
          <p:spPr>
            <a:xfrm>
              <a:off x="10122151" y="396242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ACA7466-9C80-3E89-E6D6-E97A73C6FFA8}"/>
                </a:ext>
              </a:extLst>
            </p:cNvPr>
            <p:cNvSpPr txBox="1"/>
            <p:nvPr/>
          </p:nvSpPr>
          <p:spPr>
            <a:xfrm>
              <a:off x="7141350" y="5296062"/>
              <a:ext cx="860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clockwise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B484537-B9CD-25BC-DD89-F35C203A5573}"/>
                </a:ext>
              </a:extLst>
            </p:cNvPr>
            <p:cNvSpPr txBox="1"/>
            <p:nvPr/>
          </p:nvSpPr>
          <p:spPr>
            <a:xfrm>
              <a:off x="8699160" y="5288809"/>
              <a:ext cx="1453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counter-clockwise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24723E6-DA6B-3DF4-7C45-6B8D7316B164}"/>
                </a:ext>
              </a:extLst>
            </p:cNvPr>
            <p:cNvSpPr txBox="1"/>
            <p:nvPr/>
          </p:nvSpPr>
          <p:spPr>
            <a:xfrm>
              <a:off x="10575945" y="5309943"/>
              <a:ext cx="7319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colinear</a:t>
              </a: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898B9435-9DB3-67C0-072D-04E5341AB5BE}"/>
              </a:ext>
            </a:extLst>
          </p:cNvPr>
          <p:cNvSpPr txBox="1"/>
          <p:nvPr/>
        </p:nvSpPr>
        <p:spPr>
          <a:xfrm>
            <a:off x="961483" y="6543503"/>
            <a:ext cx="1073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overlapping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CA55AE9-2962-D895-4D16-35ECD2EC08D6}"/>
              </a:ext>
            </a:extLst>
          </p:cNvPr>
          <p:cNvSpPr txBox="1"/>
          <p:nvPr/>
        </p:nvSpPr>
        <p:spPr>
          <a:xfrm>
            <a:off x="2602302" y="6543503"/>
            <a:ext cx="1508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 overlapping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943D3C3-4CDE-0431-BE97-E8A61359CF39}"/>
              </a:ext>
            </a:extLst>
          </p:cNvPr>
          <p:cNvCxnSpPr>
            <a:cxnSpLocks/>
          </p:cNvCxnSpPr>
          <p:nvPr/>
        </p:nvCxnSpPr>
        <p:spPr>
          <a:xfrm>
            <a:off x="6409612" y="3711307"/>
            <a:ext cx="440254" cy="90442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D626BF4-74DB-C0FA-9BB8-E21DB42634CF}"/>
                  </a:ext>
                </a:extLst>
              </p:cNvPr>
              <p:cNvSpPr txBox="1"/>
              <p:nvPr/>
            </p:nvSpPr>
            <p:spPr>
              <a:xfrm>
                <a:off x="6853740" y="4644340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D626BF4-74DB-C0FA-9BB8-E21DB4263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740" y="4644340"/>
                <a:ext cx="180241" cy="184666"/>
              </a:xfrm>
              <a:prstGeom prst="rect">
                <a:avLst/>
              </a:prstGeom>
              <a:blipFill>
                <a:blip r:embed="rId19"/>
                <a:stretch>
                  <a:fillRect l="-20000" r="-1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2F22DDB-FB7A-C34A-D8DB-25CDB697AE81}"/>
                  </a:ext>
                </a:extLst>
              </p:cNvPr>
              <p:cNvSpPr txBox="1"/>
              <p:nvPr/>
            </p:nvSpPr>
            <p:spPr>
              <a:xfrm>
                <a:off x="6212320" y="3454975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2F22DDB-FB7A-C34A-D8DB-25CDB697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320" y="3454975"/>
                <a:ext cx="183832" cy="184666"/>
              </a:xfrm>
              <a:prstGeom prst="rect">
                <a:avLst/>
              </a:prstGeom>
              <a:blipFill>
                <a:blip r:embed="rId20"/>
                <a:stretch>
                  <a:fillRect l="-20000" r="-666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F5074A3-E0C8-14CE-2E45-1A437768914B}"/>
                  </a:ext>
                </a:extLst>
              </p:cNvPr>
              <p:cNvSpPr txBox="1"/>
              <p:nvPr/>
            </p:nvSpPr>
            <p:spPr>
              <a:xfrm>
                <a:off x="5730759" y="3158671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F5074A3-E0C8-14CE-2E45-1A437768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59" y="3158671"/>
                <a:ext cx="199927" cy="184666"/>
              </a:xfrm>
              <a:prstGeom prst="rect">
                <a:avLst/>
              </a:prstGeom>
              <a:blipFill>
                <a:blip r:embed="rId21"/>
                <a:stretch>
                  <a:fillRect l="-23529" r="-588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A57266B0-3B60-B7C5-CD13-D5D6EEFAEF56}"/>
              </a:ext>
            </a:extLst>
          </p:cNvPr>
          <p:cNvGrpSpPr/>
          <p:nvPr/>
        </p:nvGrpSpPr>
        <p:grpSpPr>
          <a:xfrm>
            <a:off x="5930686" y="3158671"/>
            <a:ext cx="1230615" cy="184666"/>
            <a:chOff x="5916914" y="3775863"/>
            <a:chExt cx="1230615" cy="184666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F5430A0B-CF82-E6C8-9F8A-D340DE0021C2}"/>
                </a:ext>
              </a:extLst>
            </p:cNvPr>
            <p:cNvCxnSpPr/>
            <p:nvPr/>
          </p:nvCxnSpPr>
          <p:spPr>
            <a:xfrm>
              <a:off x="5950230" y="3892392"/>
              <a:ext cx="95187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1BFF106-723E-D958-1C0F-66E8757FCDD0}"/>
                    </a:ext>
                  </a:extLst>
                </p:cNvPr>
                <p:cNvSpPr txBox="1"/>
                <p:nvPr/>
              </p:nvSpPr>
              <p:spPr>
                <a:xfrm>
                  <a:off x="6944012" y="3775863"/>
                  <a:ext cx="20351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1BFF106-723E-D958-1C0F-66E8757FC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012" y="3775863"/>
                  <a:ext cx="203517" cy="184666"/>
                </a:xfrm>
                <a:prstGeom prst="rect">
                  <a:avLst/>
                </a:prstGeom>
                <a:blipFill>
                  <a:blip r:embed="rId22"/>
                  <a:stretch>
                    <a:fillRect l="-23529" r="-1176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EEA92A1E-D4E2-8B5C-26BA-EB79502341EF}"/>
                </a:ext>
              </a:extLst>
            </p:cNvPr>
            <p:cNvSpPr/>
            <p:nvPr/>
          </p:nvSpPr>
          <p:spPr>
            <a:xfrm>
              <a:off x="5916914" y="3856392"/>
              <a:ext cx="72000" cy="7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00F1ABB-1CF6-F58D-0E98-820101CBF84B}"/>
                </a:ext>
              </a:extLst>
            </p:cNvPr>
            <p:cNvSpPr/>
            <p:nvPr/>
          </p:nvSpPr>
          <p:spPr>
            <a:xfrm>
              <a:off x="6845753" y="3856392"/>
              <a:ext cx="72000" cy="7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03" name="Oval 202">
            <a:extLst>
              <a:ext uri="{FF2B5EF4-FFF2-40B4-BE49-F238E27FC236}">
                <a16:creationId xmlns:a16="http://schemas.microsoft.com/office/drawing/2014/main" id="{A2CB33F7-9321-AFA5-A61A-313492A0A063}"/>
              </a:ext>
            </a:extLst>
          </p:cNvPr>
          <p:cNvSpPr/>
          <p:nvPr/>
        </p:nvSpPr>
        <p:spPr>
          <a:xfrm>
            <a:off x="6373612" y="3675641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F4439300-94E6-8176-3416-C61D7165FCF5}"/>
              </a:ext>
            </a:extLst>
          </p:cNvPr>
          <p:cNvSpPr/>
          <p:nvPr/>
        </p:nvSpPr>
        <p:spPr>
          <a:xfrm>
            <a:off x="6820341" y="4579734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4CBA40E-6EF2-6992-D994-1C304B64CDDF}"/>
              </a:ext>
            </a:extLst>
          </p:cNvPr>
          <p:cNvSpPr txBox="1"/>
          <p:nvPr/>
        </p:nvSpPr>
        <p:spPr>
          <a:xfrm>
            <a:off x="3946927" y="4820712"/>
            <a:ext cx="1073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intersecting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FB4679D-0BD6-0A6C-80A2-30D32C1A6B01}"/>
              </a:ext>
            </a:extLst>
          </p:cNvPr>
          <p:cNvSpPr txBox="1"/>
          <p:nvPr/>
        </p:nvSpPr>
        <p:spPr>
          <a:xfrm>
            <a:off x="6212320" y="4873715"/>
            <a:ext cx="1333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 intersecting</a:t>
            </a:r>
          </a:p>
        </p:txBody>
      </p:sp>
    </p:spTree>
    <p:extLst>
      <p:ext uri="{BB962C8B-B14F-4D97-AF65-F5344CB8AC3E}">
        <p14:creationId xmlns:p14="http://schemas.microsoft.com/office/powerpoint/2010/main" val="20558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s and green lines&#10;&#10;AI-generated content may be incorrect.">
            <a:extLst>
              <a:ext uri="{FF2B5EF4-FFF2-40B4-BE49-F238E27FC236}">
                <a16:creationId xmlns:a16="http://schemas.microsoft.com/office/drawing/2014/main" id="{B3D58153-75CA-7745-F646-268E96C7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53" y="1323415"/>
            <a:ext cx="5588000" cy="36195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5BB94D3-42DA-D7AE-3BDC-18C0221FD515}"/>
              </a:ext>
            </a:extLst>
          </p:cNvPr>
          <p:cNvGrpSpPr/>
          <p:nvPr/>
        </p:nvGrpSpPr>
        <p:grpSpPr>
          <a:xfrm>
            <a:off x="8349725" y="2634101"/>
            <a:ext cx="2590263" cy="1896149"/>
            <a:chOff x="8716516" y="2927657"/>
            <a:chExt cx="3993372" cy="28394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DA3610-2176-1129-5F8A-F5763275E98C}"/>
                </a:ext>
              </a:extLst>
            </p:cNvPr>
            <p:cNvGrpSpPr/>
            <p:nvPr/>
          </p:nvGrpSpPr>
          <p:grpSpPr>
            <a:xfrm>
              <a:off x="8716516" y="2927657"/>
              <a:ext cx="3392905" cy="2839480"/>
              <a:chOff x="8716516" y="2927657"/>
              <a:chExt cx="3392905" cy="2839480"/>
            </a:xfrm>
          </p:grpSpPr>
          <p:pic>
            <p:nvPicPr>
              <p:cNvPr id="7" name="Picture 4" descr="Image result for curved arrow">
                <a:extLst>
                  <a:ext uri="{FF2B5EF4-FFF2-40B4-BE49-F238E27FC236}">
                    <a16:creationId xmlns:a16="http://schemas.microsoft.com/office/drawing/2014/main" id="{47C946D0-0CD7-6C54-CB9D-9240A8BF08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481367">
                <a:off x="10864445" y="3228540"/>
                <a:ext cx="897048" cy="9676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D2E9BE0-9A4C-40B4-625D-E130305525D1}"/>
                  </a:ext>
                </a:extLst>
              </p:cNvPr>
              <p:cNvSpPr/>
              <p:nvPr/>
            </p:nvSpPr>
            <p:spPr>
              <a:xfrm>
                <a:off x="9512969" y="2927657"/>
                <a:ext cx="1800000" cy="180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2616D0-A515-5F39-1C54-7F7490BD915C}"/>
                  </a:ext>
                </a:extLst>
              </p:cNvPr>
              <p:cNvSpPr/>
              <p:nvPr/>
            </p:nvSpPr>
            <p:spPr>
              <a:xfrm>
                <a:off x="8716516" y="4727657"/>
                <a:ext cx="3392905" cy="1039480"/>
              </a:xfrm>
              <a:prstGeom prst="rect">
                <a:avLst/>
              </a:prstGeom>
              <a:gradFill flip="none" rotWithShape="1">
                <a:gsLst>
                  <a:gs pos="49000">
                    <a:schemeClr val="bg1"/>
                  </a:gs>
                  <a:gs pos="100000">
                    <a:schemeClr val="accent5">
                      <a:lumMod val="6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82FE7DB-D6EA-0259-7F75-B26381AEB14E}"/>
                  </a:ext>
                </a:extLst>
              </p:cNvPr>
              <p:cNvCxnSpPr/>
              <p:nvPr/>
            </p:nvCxnSpPr>
            <p:spPr>
              <a:xfrm>
                <a:off x="9819327" y="3134492"/>
                <a:ext cx="641703" cy="6931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B76C4B-08B1-3EAC-A0FF-39A83A522A6A}"/>
                  </a:ext>
                </a:extLst>
              </p:cNvPr>
              <p:cNvSpPr txBox="1"/>
              <p:nvPr/>
            </p:nvSpPr>
            <p:spPr>
              <a:xfrm>
                <a:off x="10180400" y="3129117"/>
                <a:ext cx="5277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r</a:t>
                </a:r>
              </a:p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DFD7044-7745-9F60-CDD7-98F2F92A2D8C}"/>
                    </a:ext>
                  </a:extLst>
                </p:cNvPr>
                <p:cNvSpPr txBox="1"/>
                <p:nvPr/>
              </p:nvSpPr>
              <p:spPr>
                <a:xfrm>
                  <a:off x="10657805" y="3539412"/>
                  <a:ext cx="205208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GB" b="0">
                    <a:ea typeface="Cambria Math" panose="02040503050406030204" pitchFamily="18" charset="0"/>
                  </a:endParaRPr>
                </a:p>
                <a:p>
                  <a:endParaRPr lang="en-GB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DFD7044-7745-9F60-CDD7-98F2F92A2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7805" y="3539412"/>
                  <a:ext cx="2052083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F7429F0-B60D-A975-4D0F-D190CBC16DD5}"/>
                  </a:ext>
                </a:extLst>
              </p:cNvPr>
              <p:cNvSpPr/>
              <p:nvPr/>
            </p:nvSpPr>
            <p:spPr>
              <a:xfrm>
                <a:off x="9020219" y="2063395"/>
                <a:ext cx="8597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𝑤ℎ𝑒𝑒𝑙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F7429F0-B60D-A975-4D0F-D190CBC16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219" y="2063395"/>
                <a:ext cx="8597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26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896DDB5-3AA7-1C0D-7342-3DC59EE9E742}"/>
              </a:ext>
            </a:extLst>
          </p:cNvPr>
          <p:cNvGrpSpPr/>
          <p:nvPr/>
        </p:nvGrpSpPr>
        <p:grpSpPr>
          <a:xfrm>
            <a:off x="894735" y="1150375"/>
            <a:ext cx="4626077" cy="2861186"/>
            <a:chOff x="894735" y="1150375"/>
            <a:chExt cx="4626077" cy="2861186"/>
          </a:xfrm>
        </p:grpSpPr>
        <p:pic>
          <p:nvPicPr>
            <p:cNvPr id="3" name="Picture 2" descr="A graph with lines and arrows&#10;&#10;AI-generated content may be incorrect.">
              <a:extLst>
                <a:ext uri="{FF2B5EF4-FFF2-40B4-BE49-F238E27FC236}">
                  <a16:creationId xmlns:a16="http://schemas.microsoft.com/office/drawing/2014/main" id="{05CE4694-1E06-C695-7357-76A4AE772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15" t="13927" r="12300" b="20772"/>
            <a:stretch>
              <a:fillRect/>
            </a:stretch>
          </p:blipFill>
          <p:spPr>
            <a:xfrm>
              <a:off x="894735" y="1150375"/>
              <a:ext cx="4316361" cy="28611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4F7677-80AE-515B-668E-F2A587B1182F}"/>
                </a:ext>
              </a:extLst>
            </p:cNvPr>
            <p:cNvSpPr txBox="1"/>
            <p:nvPr/>
          </p:nvSpPr>
          <p:spPr>
            <a:xfrm>
              <a:off x="3736257" y="1730477"/>
              <a:ext cx="1474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Sensor 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757D97-6040-B0C9-BD6F-5DD1E40009DF}"/>
                </a:ext>
              </a:extLst>
            </p:cNvPr>
            <p:cNvSpPr txBox="1"/>
            <p:nvPr/>
          </p:nvSpPr>
          <p:spPr>
            <a:xfrm>
              <a:off x="4045973" y="2679911"/>
              <a:ext cx="1474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Sensor 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15BF08-B734-CFE6-46EF-88B92217A256}"/>
                </a:ext>
              </a:extLst>
            </p:cNvPr>
            <p:cNvSpPr txBox="1"/>
            <p:nvPr/>
          </p:nvSpPr>
          <p:spPr>
            <a:xfrm>
              <a:off x="3736256" y="3554361"/>
              <a:ext cx="1474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Sensor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582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9529C0-10FD-CB04-F0FC-BBBE8A4E2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853501"/>
              </p:ext>
            </p:extLst>
          </p:nvPr>
        </p:nvGraphicFramePr>
        <p:xfrm>
          <a:off x="547444" y="2687320"/>
          <a:ext cx="517562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9082">
                  <a:extLst>
                    <a:ext uri="{9D8B030D-6E8A-4147-A177-3AD203B41FA5}">
                      <a16:colId xmlns:a16="http://schemas.microsoft.com/office/drawing/2014/main" val="3433321318"/>
                    </a:ext>
                  </a:extLst>
                </a:gridCol>
                <a:gridCol w="1323191">
                  <a:extLst>
                    <a:ext uri="{9D8B030D-6E8A-4147-A177-3AD203B41FA5}">
                      <a16:colId xmlns:a16="http://schemas.microsoft.com/office/drawing/2014/main" val="781029571"/>
                    </a:ext>
                  </a:extLst>
                </a:gridCol>
                <a:gridCol w="1301675">
                  <a:extLst>
                    <a:ext uri="{9D8B030D-6E8A-4147-A177-3AD203B41FA5}">
                      <a16:colId xmlns:a16="http://schemas.microsoft.com/office/drawing/2014/main" val="2968892054"/>
                    </a:ext>
                  </a:extLst>
                </a:gridCol>
                <a:gridCol w="1301676">
                  <a:extLst>
                    <a:ext uri="{9D8B030D-6E8A-4147-A177-3AD203B41FA5}">
                      <a16:colId xmlns:a16="http://schemas.microsoft.com/office/drawing/2014/main" val="2443185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089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914120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FC6AD-4287-93E9-676C-1DDAE79AE88E}"/>
              </a:ext>
            </a:extLst>
          </p:cNvPr>
          <p:cNvCxnSpPr/>
          <p:nvPr/>
        </p:nvCxnSpPr>
        <p:spPr>
          <a:xfrm flipV="1">
            <a:off x="1161826" y="1688951"/>
            <a:ext cx="1151068" cy="892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4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63</Words>
  <Application>Microsoft Macintosh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 Philamore</dc:creator>
  <cp:lastModifiedBy>Hemma Philamore</cp:lastModifiedBy>
  <cp:revision>1</cp:revision>
  <dcterms:created xsi:type="dcterms:W3CDTF">2025-11-20T10:23:58Z</dcterms:created>
  <dcterms:modified xsi:type="dcterms:W3CDTF">2026-10-02T09:52:58Z</dcterms:modified>
</cp:coreProperties>
</file>